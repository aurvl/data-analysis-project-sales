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6AA5"/>
    <a:srgbClr val="DAE9F8"/>
    <a:srgbClr val="DEE8F0"/>
    <a:srgbClr val="023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869A-1F7F-9226-09E1-1A26FF4E9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F59C0-CEAF-2CBB-BD69-C16572952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C754-7FAA-42CE-9F0D-F5D6DFCA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B750-B8E8-86C3-CF1F-626DB28F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3FA12-D925-FEA3-C296-C393EDD1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87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D2F7-CDDB-8724-9B43-FADF3F38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8A41-D6D5-DBA9-19CC-BC93303B0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12188-A7A1-C9C0-A8E3-75BDD678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D2D1-1024-F5DF-1FE7-95E503A8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E20DA-59D4-7135-0230-EBBA3788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84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41ED-6ED8-7581-8F2F-32290BE8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7E8D3-2F40-61DA-2375-B3C7E30E3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D31AE-FD1E-D45F-CD6B-E2A1FB6B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86929-C084-31EA-144B-96A7CDAC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81208-6AEA-2D37-D001-41E93885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07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167B-7AAD-2DB7-BD32-8D7E9631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16A0-BFB0-8A49-8D60-26C148B26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BBDB5-A8D8-9CD2-AEAE-340A7208D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6AD08-9794-4139-0F4D-B8FEDE9D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86D47-A43E-0F73-2F81-978E5234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91A86-1E34-F961-5E7F-EC90D342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4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69D3-F08D-2C34-0C4C-5BEF5A1A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4086-4CD4-ABE5-F906-E32548F5A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E421A-6408-B776-3C8F-7D9ACB50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DE1B2-0547-58A7-D3A1-B945FA93D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6B0D0-6A3F-746D-9690-7E81847D8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97A47-53E2-24B0-CFDD-FB755556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77BBB-9967-7F92-BE54-884C4D08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1894C-EB84-C410-BEC5-5830E586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33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344A-8AB8-58DF-2747-5CC383FF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5B037-F774-BB87-38B2-5B7A0A36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C6AC7-314E-9798-539B-51C7B4EE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0462D-F732-73CF-BCFA-91A53669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72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A7708-3709-6172-CE9D-A6DBCD6E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A2C25-CBFF-426D-E16D-33FA3412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EE5F3-679D-63BA-567C-BC243F1E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85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E5F1-99FA-ADB6-1FA2-6387FDFB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A09D2-0FD8-C6A1-6905-F78BDDFF7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5997B-F867-3213-654C-708D8C69A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4C666-9DB7-54C4-BC06-92D3C970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7177-198B-EFE4-D433-4F1F0938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043BF-4D0A-0FFD-8C1A-56191E352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83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B1AC-D404-955E-F943-45B6006A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800EB-584D-7AD7-62E2-B21279EB2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4361E-A426-0316-CC99-A1248DE5C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1F178-8113-B8E0-716D-77C0AD35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686F2-EFB6-9282-C7F2-210BB129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35844-1BE4-F903-391F-2F7C4AC5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68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5368-A515-8BD9-2229-280D34B6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CD172-BA9C-660F-ABC4-94F8FDD4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B943-A74F-3BB7-D60A-5CF60C27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28D16-8ED0-882C-0B5B-874A34AF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8EFD9-CDD7-C51D-FB1C-0855E26E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5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2C370-D94B-A636-36BA-84878557A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F3B3E-3DA2-6EE3-417D-1BD17C23B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BA0B-4F34-CDE5-E9CC-E6A16FB2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0393-E396-9655-1C0A-E0D71DC0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52B04-22A3-C92C-9D4C-569F1937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87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6AE95-299D-A85B-9B1A-F7EC11BD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AA502-41FC-1C18-91CA-563AD42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14980-A5F3-1C5F-9339-88DB244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61B42-F94C-4BE3-BC95-76203E4CA0DD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B2F65-4093-0449-8A4D-01261172F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619AE-A234-C9AC-F1E6-AD3AC2593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E4EBE-70F0-4ED2-B0E9-F07326CF2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58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6CBCA6-ECCD-1D32-6789-71D0BD26C775}"/>
              </a:ext>
            </a:extLst>
          </p:cNvPr>
          <p:cNvSpPr/>
          <p:nvPr/>
        </p:nvSpPr>
        <p:spPr>
          <a:xfrm>
            <a:off x="0" y="731518"/>
            <a:ext cx="1828800" cy="6126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6D611-6309-F33E-7A5E-A3D3FA701695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45497-473B-D5EE-C7A6-042FBFD2AD0F}"/>
              </a:ext>
            </a:extLst>
          </p:cNvPr>
          <p:cNvSpPr/>
          <p:nvPr/>
        </p:nvSpPr>
        <p:spPr>
          <a:xfrm>
            <a:off x="2118360" y="1021080"/>
            <a:ext cx="9784080" cy="73152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0B157-7509-439E-514E-827C9ED43672}"/>
              </a:ext>
            </a:extLst>
          </p:cNvPr>
          <p:cNvSpPr/>
          <p:nvPr/>
        </p:nvSpPr>
        <p:spPr>
          <a:xfrm>
            <a:off x="2118360" y="2042159"/>
            <a:ext cx="6384705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6F314-D039-BA52-AB21-B6BC27379D13}"/>
              </a:ext>
            </a:extLst>
          </p:cNvPr>
          <p:cNvSpPr/>
          <p:nvPr/>
        </p:nvSpPr>
        <p:spPr>
          <a:xfrm>
            <a:off x="2118360" y="4468451"/>
            <a:ext cx="298533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62A21-D9F4-6D67-98C2-BDE4B9C17566}"/>
              </a:ext>
            </a:extLst>
          </p:cNvPr>
          <p:cNvSpPr/>
          <p:nvPr/>
        </p:nvSpPr>
        <p:spPr>
          <a:xfrm>
            <a:off x="8793480" y="2042158"/>
            <a:ext cx="3108960" cy="4563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866410-D372-86CE-61CD-62B3C680C5DB}"/>
              </a:ext>
            </a:extLst>
          </p:cNvPr>
          <p:cNvSpPr/>
          <p:nvPr/>
        </p:nvSpPr>
        <p:spPr>
          <a:xfrm>
            <a:off x="5394105" y="4468449"/>
            <a:ext cx="31089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4C25C7A7-BA0A-C098-F7AC-4F4989AF08D7}"/>
              </a:ext>
            </a:extLst>
          </p:cNvPr>
          <p:cNvSpPr/>
          <p:nvPr/>
        </p:nvSpPr>
        <p:spPr>
          <a:xfrm>
            <a:off x="3009118" y="5049493"/>
            <a:ext cx="1187865" cy="1187865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C9D39-2E50-1439-8AD8-EA8B4C69C37A}"/>
              </a:ext>
            </a:extLst>
          </p:cNvPr>
          <p:cNvSpPr txBox="1"/>
          <p:nvPr/>
        </p:nvSpPr>
        <p:spPr>
          <a:xfrm>
            <a:off x="2118360" y="4497001"/>
            <a:ext cx="238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Category</a:t>
            </a:r>
            <a:r>
              <a:rPr lang="fr-FR" dirty="0"/>
              <a:t> vs sales</a:t>
            </a:r>
          </a:p>
        </p:txBody>
      </p:sp>
      <p:sp>
        <p:nvSpPr>
          <p:cNvPr id="20" name="Flowchart: Internal Storage 19">
            <a:extLst>
              <a:ext uri="{FF2B5EF4-FFF2-40B4-BE49-F238E27FC236}">
                <a16:creationId xmlns:a16="http://schemas.microsoft.com/office/drawing/2014/main" id="{7445B418-9C10-8191-E8B0-8C858DE71AC8}"/>
              </a:ext>
            </a:extLst>
          </p:cNvPr>
          <p:cNvSpPr/>
          <p:nvPr/>
        </p:nvSpPr>
        <p:spPr>
          <a:xfrm>
            <a:off x="6238430" y="4866333"/>
            <a:ext cx="1523858" cy="1523858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73D552-FF2E-E66B-1DC0-EE35A8987984}"/>
              </a:ext>
            </a:extLst>
          </p:cNvPr>
          <p:cNvSpPr txBox="1"/>
          <p:nvPr/>
        </p:nvSpPr>
        <p:spPr>
          <a:xfrm>
            <a:off x="5393250" y="4512138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Cust</a:t>
            </a:r>
            <a:r>
              <a:rPr lang="fr-FR" dirty="0"/>
              <a:t> segment + </a:t>
            </a:r>
            <a:r>
              <a:rPr lang="fr-FR" dirty="0" err="1"/>
              <a:t>age</a:t>
            </a:r>
            <a:r>
              <a:rPr lang="fr-FR" dirty="0"/>
              <a:t> vs sales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6440D4-5D25-9546-E00B-0B1153061BEF}"/>
              </a:ext>
            </a:extLst>
          </p:cNvPr>
          <p:cNvSpPr txBox="1"/>
          <p:nvPr/>
        </p:nvSpPr>
        <p:spPr>
          <a:xfrm>
            <a:off x="8792625" y="2042158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Top </a:t>
            </a:r>
            <a:r>
              <a:rPr lang="fr-FR" dirty="0" err="1"/>
              <a:t>products</a:t>
            </a:r>
            <a:endParaRPr lang="fr-FR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0FF67E-AC38-95F3-98D2-58843B2FB233}"/>
              </a:ext>
            </a:extLst>
          </p:cNvPr>
          <p:cNvGrpSpPr/>
          <p:nvPr/>
        </p:nvGrpSpPr>
        <p:grpSpPr>
          <a:xfrm>
            <a:off x="9067088" y="2709017"/>
            <a:ext cx="2580830" cy="3627790"/>
            <a:chOff x="9067088" y="2709017"/>
            <a:chExt cx="2580830" cy="362779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AD8DC3-C155-9909-6A48-CC5735DDF065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63E5AE-86DB-B1F7-F5D9-2672DBCF682A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5F4B18-B301-259E-EDEB-00AAD251ED96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4E3C674-7861-91E0-1A3E-A086CFC447F6}"/>
                </a:ext>
              </a:extLst>
            </p:cNvPr>
            <p:cNvSpPr/>
            <p:nvPr/>
          </p:nvSpPr>
          <p:spPr>
            <a:xfrm>
              <a:off x="9067088" y="4323571"/>
              <a:ext cx="1606609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9984F3-A89E-F2D1-BAEA-33C34F34664F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488F9F-487B-2589-E1BF-3F0BA5B1EEBC}"/>
                </a:ext>
              </a:extLst>
            </p:cNvPr>
            <p:cNvSpPr/>
            <p:nvPr/>
          </p:nvSpPr>
          <p:spPr>
            <a:xfrm>
              <a:off x="9067088" y="5363697"/>
              <a:ext cx="709301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7020F3-8053-F728-30E7-78B8339A9149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75C2ED2-382E-6EA2-6744-E45784A13164}"/>
              </a:ext>
            </a:extLst>
          </p:cNvPr>
          <p:cNvSpPr txBox="1"/>
          <p:nvPr/>
        </p:nvSpPr>
        <p:spPr>
          <a:xfrm>
            <a:off x="2118360" y="2068027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Sales over time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57AEE5E-4D0A-E484-6C9B-98BF9B71D9A2}"/>
              </a:ext>
            </a:extLst>
          </p:cNvPr>
          <p:cNvSpPr/>
          <p:nvPr/>
        </p:nvSpPr>
        <p:spPr>
          <a:xfrm>
            <a:off x="2298819" y="2427006"/>
            <a:ext cx="6016239" cy="1435693"/>
          </a:xfrm>
          <a:custGeom>
            <a:avLst/>
            <a:gdLst>
              <a:gd name="csX0" fmla="*/ 0 w 6016239"/>
              <a:gd name="csY0" fmla="*/ 521293 h 1435693"/>
              <a:gd name="csX1" fmla="*/ 94003 w 6016239"/>
              <a:gd name="csY1" fmla="*/ 982766 h 1435693"/>
              <a:gd name="csX2" fmla="*/ 196553 w 6016239"/>
              <a:gd name="csY2" fmla="*/ 1290415 h 1435693"/>
              <a:gd name="csX3" fmla="*/ 222190 w 6016239"/>
              <a:gd name="csY3" fmla="*/ 1264777 h 1435693"/>
              <a:gd name="csX4" fmla="*/ 427289 w 6016239"/>
              <a:gd name="csY4" fmla="*/ 871671 h 1435693"/>
              <a:gd name="csX5" fmla="*/ 957129 w 6016239"/>
              <a:gd name="csY5" fmla="*/ 316194 h 1435693"/>
              <a:gd name="csX6" fmla="*/ 1128045 w 6016239"/>
              <a:gd name="csY6" fmla="*/ 1008403 h 1435693"/>
              <a:gd name="csX7" fmla="*/ 1196411 w 6016239"/>
              <a:gd name="csY7" fmla="*/ 1119499 h 1435693"/>
              <a:gd name="csX8" fmla="*/ 2033899 w 6016239"/>
              <a:gd name="csY8" fmla="*/ 8545 h 1435693"/>
              <a:gd name="csX9" fmla="*/ 2059536 w 6016239"/>
              <a:gd name="csY9" fmla="*/ 0 h 1435693"/>
              <a:gd name="csX10" fmla="*/ 2102265 w 6016239"/>
              <a:gd name="csY10" fmla="*/ 521293 h 1435693"/>
              <a:gd name="csX11" fmla="*/ 2256089 w 6016239"/>
              <a:gd name="csY11" fmla="*/ 1162228 h 1435693"/>
              <a:gd name="csX12" fmla="*/ 2555192 w 6016239"/>
              <a:gd name="csY12" fmla="*/ 401652 h 1435693"/>
              <a:gd name="csX13" fmla="*/ 2751745 w 6016239"/>
              <a:gd name="csY13" fmla="*/ 85458 h 1435693"/>
              <a:gd name="csX14" fmla="*/ 3042302 w 6016239"/>
              <a:gd name="csY14" fmla="*/ 974220 h 1435693"/>
              <a:gd name="csX15" fmla="*/ 3144852 w 6016239"/>
              <a:gd name="csY15" fmla="*/ 700755 h 1435693"/>
              <a:gd name="csX16" fmla="*/ 3375588 w 6016239"/>
              <a:gd name="csY16" fmla="*/ 230736 h 1435693"/>
              <a:gd name="csX17" fmla="*/ 4101981 w 6016239"/>
              <a:gd name="csY17" fmla="*/ 1324598 h 1435693"/>
              <a:gd name="csX18" fmla="*/ 4187439 w 6016239"/>
              <a:gd name="csY18" fmla="*/ 1367327 h 1435693"/>
              <a:gd name="csX19" fmla="*/ 4289988 w 6016239"/>
              <a:gd name="csY19" fmla="*/ 615297 h 1435693"/>
              <a:gd name="csX20" fmla="*/ 4375446 w 6016239"/>
              <a:gd name="csY20" fmla="*/ 444381 h 1435693"/>
              <a:gd name="csX21" fmla="*/ 4597637 w 6016239"/>
              <a:gd name="csY21" fmla="*/ 888762 h 1435693"/>
              <a:gd name="csX22" fmla="*/ 4948015 w 6016239"/>
              <a:gd name="csY22" fmla="*/ 1435693 h 1435693"/>
              <a:gd name="csX23" fmla="*/ 5375304 w 6016239"/>
              <a:gd name="csY23" fmla="*/ 555476 h 1435693"/>
              <a:gd name="csX24" fmla="*/ 5554766 w 6016239"/>
              <a:gd name="csY24" fmla="*/ 461473 h 1435693"/>
              <a:gd name="csX25" fmla="*/ 5682953 w 6016239"/>
              <a:gd name="csY25" fmla="*/ 760575 h 1435693"/>
              <a:gd name="csX26" fmla="*/ 5819686 w 6016239"/>
              <a:gd name="csY26" fmla="*/ 1196411 h 1435693"/>
              <a:gd name="csX27" fmla="*/ 5879506 w 6016239"/>
              <a:gd name="csY27" fmla="*/ 1008403 h 1435693"/>
              <a:gd name="csX28" fmla="*/ 5956418 w 6016239"/>
              <a:gd name="csY28" fmla="*/ 709301 h 1435693"/>
              <a:gd name="csX29" fmla="*/ 6016239 w 6016239"/>
              <a:gd name="csY29" fmla="*/ 529839 h 1435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016239" h="1435693">
                <a:moveTo>
                  <a:pt x="0" y="521293"/>
                </a:moveTo>
                <a:cubicBezTo>
                  <a:pt x="31334" y="675117"/>
                  <a:pt x="55134" y="830671"/>
                  <a:pt x="94003" y="982766"/>
                </a:cubicBezTo>
                <a:cubicBezTo>
                  <a:pt x="120768" y="1087497"/>
                  <a:pt x="151822" y="1192007"/>
                  <a:pt x="196553" y="1290415"/>
                </a:cubicBezTo>
                <a:cubicBezTo>
                  <a:pt x="201554" y="1301417"/>
                  <a:pt x="216357" y="1275362"/>
                  <a:pt x="222190" y="1264777"/>
                </a:cubicBezTo>
                <a:cubicBezTo>
                  <a:pt x="293518" y="1135330"/>
                  <a:pt x="346259" y="995276"/>
                  <a:pt x="427289" y="871671"/>
                </a:cubicBezTo>
                <a:cubicBezTo>
                  <a:pt x="657955" y="519808"/>
                  <a:pt x="678512" y="532896"/>
                  <a:pt x="957129" y="316194"/>
                </a:cubicBezTo>
                <a:cubicBezTo>
                  <a:pt x="1011595" y="611870"/>
                  <a:pt x="1018272" y="715676"/>
                  <a:pt x="1128045" y="1008403"/>
                </a:cubicBezTo>
                <a:cubicBezTo>
                  <a:pt x="1143313" y="1049117"/>
                  <a:pt x="1173622" y="1082467"/>
                  <a:pt x="1196411" y="1119499"/>
                </a:cubicBezTo>
                <a:cubicBezTo>
                  <a:pt x="1625506" y="501601"/>
                  <a:pt x="1568009" y="547516"/>
                  <a:pt x="2033899" y="8545"/>
                </a:cubicBezTo>
                <a:cubicBezTo>
                  <a:pt x="2039790" y="1730"/>
                  <a:pt x="2050990" y="2848"/>
                  <a:pt x="2059536" y="0"/>
                </a:cubicBezTo>
                <a:cubicBezTo>
                  <a:pt x="2073779" y="173764"/>
                  <a:pt x="2079954" y="348379"/>
                  <a:pt x="2102265" y="521293"/>
                </a:cubicBezTo>
                <a:cubicBezTo>
                  <a:pt x="2169291" y="1040745"/>
                  <a:pt x="2111815" y="914898"/>
                  <a:pt x="2256089" y="1162228"/>
                </a:cubicBezTo>
                <a:cubicBezTo>
                  <a:pt x="2353658" y="869524"/>
                  <a:pt x="2395919" y="723450"/>
                  <a:pt x="2555192" y="401652"/>
                </a:cubicBezTo>
                <a:cubicBezTo>
                  <a:pt x="2610242" y="290428"/>
                  <a:pt x="2686227" y="190856"/>
                  <a:pt x="2751745" y="85458"/>
                </a:cubicBezTo>
                <a:cubicBezTo>
                  <a:pt x="3028313" y="958374"/>
                  <a:pt x="2857803" y="697466"/>
                  <a:pt x="3042302" y="974220"/>
                </a:cubicBezTo>
                <a:cubicBezTo>
                  <a:pt x="3076485" y="883065"/>
                  <a:pt x="3106773" y="790353"/>
                  <a:pt x="3144852" y="700755"/>
                </a:cubicBezTo>
                <a:cubicBezTo>
                  <a:pt x="3307474" y="318117"/>
                  <a:pt x="3251237" y="404833"/>
                  <a:pt x="3375588" y="230736"/>
                </a:cubicBezTo>
                <a:cubicBezTo>
                  <a:pt x="3681694" y="874613"/>
                  <a:pt x="3562759" y="736356"/>
                  <a:pt x="4101981" y="1324598"/>
                </a:cubicBezTo>
                <a:cubicBezTo>
                  <a:pt x="4123502" y="1348075"/>
                  <a:pt x="4158953" y="1353084"/>
                  <a:pt x="4187439" y="1367327"/>
                </a:cubicBezTo>
                <a:cubicBezTo>
                  <a:pt x="4198273" y="1042309"/>
                  <a:pt x="4186571" y="999420"/>
                  <a:pt x="4289988" y="615297"/>
                </a:cubicBezTo>
                <a:cubicBezTo>
                  <a:pt x="4306547" y="553791"/>
                  <a:pt x="4346960" y="501353"/>
                  <a:pt x="4375446" y="444381"/>
                </a:cubicBezTo>
                <a:cubicBezTo>
                  <a:pt x="4449510" y="592508"/>
                  <a:pt x="4515890" y="744732"/>
                  <a:pt x="4597637" y="888762"/>
                </a:cubicBezTo>
                <a:cubicBezTo>
                  <a:pt x="4817018" y="1275290"/>
                  <a:pt x="4799694" y="1250295"/>
                  <a:pt x="4948015" y="1435693"/>
                </a:cubicBezTo>
                <a:cubicBezTo>
                  <a:pt x="5067477" y="1027528"/>
                  <a:pt x="5057228" y="949026"/>
                  <a:pt x="5375304" y="555476"/>
                </a:cubicBezTo>
                <a:cubicBezTo>
                  <a:pt x="5417753" y="502955"/>
                  <a:pt x="5494945" y="492807"/>
                  <a:pt x="5554766" y="461473"/>
                </a:cubicBezTo>
                <a:cubicBezTo>
                  <a:pt x="5597495" y="561174"/>
                  <a:pt x="5646170" y="658531"/>
                  <a:pt x="5682953" y="760575"/>
                </a:cubicBezTo>
                <a:cubicBezTo>
                  <a:pt x="5734586" y="903814"/>
                  <a:pt x="5725072" y="1077115"/>
                  <a:pt x="5819686" y="1196411"/>
                </a:cubicBezTo>
                <a:cubicBezTo>
                  <a:pt x="5860552" y="1247938"/>
                  <a:pt x="5861733" y="1071721"/>
                  <a:pt x="5879506" y="1008403"/>
                </a:cubicBezTo>
                <a:cubicBezTo>
                  <a:pt x="5907327" y="909290"/>
                  <a:pt x="5928137" y="808284"/>
                  <a:pt x="5956418" y="709301"/>
                </a:cubicBezTo>
                <a:cubicBezTo>
                  <a:pt x="5973741" y="648671"/>
                  <a:pt x="6016239" y="529839"/>
                  <a:pt x="6016239" y="52983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39E3D3-B9CD-0E37-7FC2-04AA710ABA30}"/>
              </a:ext>
            </a:extLst>
          </p:cNvPr>
          <p:cNvSpPr/>
          <p:nvPr/>
        </p:nvSpPr>
        <p:spPr>
          <a:xfrm>
            <a:off x="211836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sales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BE9D89-8A89-1D97-DECD-E602E77A84D8}"/>
              </a:ext>
            </a:extLst>
          </p:cNvPr>
          <p:cNvSpPr/>
          <p:nvPr/>
        </p:nvSpPr>
        <p:spPr>
          <a:xfrm>
            <a:off x="711708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</a:t>
            </a:r>
            <a:r>
              <a:rPr lang="fr-FR" dirty="0" err="1">
                <a:solidFill>
                  <a:schemeClr val="tx1"/>
                </a:solidFill>
              </a:rPr>
              <a:t>customers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DC5DF1-9486-FBD6-9C3C-87F2EFDFE1C5}"/>
              </a:ext>
            </a:extLst>
          </p:cNvPr>
          <p:cNvSpPr/>
          <p:nvPr/>
        </p:nvSpPr>
        <p:spPr>
          <a:xfrm>
            <a:off x="461772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</a:t>
            </a:r>
            <a:r>
              <a:rPr lang="fr-FR" dirty="0" err="1">
                <a:solidFill>
                  <a:schemeClr val="tx1"/>
                </a:solidFill>
              </a:rPr>
              <a:t>orders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346939-7E1C-E711-D3FA-628FCA9905D2}"/>
              </a:ext>
            </a:extLst>
          </p:cNvPr>
          <p:cNvSpPr/>
          <p:nvPr/>
        </p:nvSpPr>
        <p:spPr>
          <a:xfrm>
            <a:off x="961644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orders</a:t>
            </a:r>
            <a:r>
              <a:rPr lang="fr-FR" dirty="0">
                <a:solidFill>
                  <a:schemeClr val="tx1"/>
                </a:solidFill>
              </a:rPr>
              <a:t> 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CCF802-6585-2BE4-6051-0C8024E112A8}"/>
              </a:ext>
            </a:extLst>
          </p:cNvPr>
          <p:cNvSpPr/>
          <p:nvPr/>
        </p:nvSpPr>
        <p:spPr>
          <a:xfrm>
            <a:off x="8792625" y="56430"/>
            <a:ext cx="3109815" cy="555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Time </a:t>
            </a:r>
            <a:r>
              <a:rPr lang="fr-FR" dirty="0" err="1">
                <a:solidFill>
                  <a:schemeClr val="tx1"/>
                </a:solidFill>
              </a:rPr>
              <a:t>filter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923201-EFA1-A1ED-8DE6-1050220558A8}"/>
              </a:ext>
            </a:extLst>
          </p:cNvPr>
          <p:cNvSpPr/>
          <p:nvPr/>
        </p:nvSpPr>
        <p:spPr>
          <a:xfrm>
            <a:off x="201178" y="3371507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Cust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segm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6B7E27-9F83-C4C4-A22C-06AC3555D072}"/>
              </a:ext>
            </a:extLst>
          </p:cNvPr>
          <p:cNvSpPr/>
          <p:nvPr/>
        </p:nvSpPr>
        <p:spPr>
          <a:xfrm>
            <a:off x="201182" y="1021080"/>
            <a:ext cx="1422517" cy="139041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b="1" dirty="0" err="1">
                <a:solidFill>
                  <a:schemeClr val="tx1"/>
                </a:solidFill>
              </a:rPr>
              <a:t>Overview</a:t>
            </a:r>
            <a:endParaRPr lang="fr-FR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tx1"/>
                </a:solidFill>
              </a:rPr>
              <a:t>Clients</a:t>
            </a:r>
          </a:p>
          <a:p>
            <a:pPr>
              <a:lnSpc>
                <a:spcPct val="150000"/>
              </a:lnSpc>
            </a:pPr>
            <a:r>
              <a:rPr lang="fr-FR" dirty="0" err="1">
                <a:solidFill>
                  <a:schemeClr val="tx1"/>
                </a:solidFill>
              </a:rPr>
              <a:t>Products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A84C1A-11D2-9E05-F7C2-E7D969F9C1DA}"/>
              </a:ext>
            </a:extLst>
          </p:cNvPr>
          <p:cNvSpPr/>
          <p:nvPr/>
        </p:nvSpPr>
        <p:spPr>
          <a:xfrm>
            <a:off x="201183" y="87938"/>
            <a:ext cx="4203177" cy="55564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SALES REPORT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1DC73C-A5A9-5DAB-3D55-87DE0E86C1BD}"/>
              </a:ext>
            </a:extLst>
          </p:cNvPr>
          <p:cNvSpPr/>
          <p:nvPr/>
        </p:nvSpPr>
        <p:spPr>
          <a:xfrm>
            <a:off x="206414" y="3933809"/>
            <a:ext cx="1417281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Age group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6EBF78-EDDD-2048-91F9-2F1A2AD7A299}"/>
              </a:ext>
            </a:extLst>
          </p:cNvPr>
          <p:cNvSpPr/>
          <p:nvPr/>
        </p:nvSpPr>
        <p:spPr>
          <a:xfrm>
            <a:off x="201178" y="4496111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Product cat.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AB8855-FFBE-B300-209B-B1642A0BEB77}"/>
              </a:ext>
            </a:extLst>
          </p:cNvPr>
          <p:cNvSpPr/>
          <p:nvPr/>
        </p:nvSpPr>
        <p:spPr>
          <a:xfrm>
            <a:off x="201178" y="6126305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Baguet Script" panose="00000500000000000000" pitchFamily="2" charset="0"/>
              </a:rPr>
              <a:t>By AV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546C72-DFEC-29C6-C022-C6B293E98EC3}"/>
              </a:ext>
            </a:extLst>
          </p:cNvPr>
          <p:cNvSpPr/>
          <p:nvPr/>
        </p:nvSpPr>
        <p:spPr>
          <a:xfrm>
            <a:off x="201178" y="2833537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Filters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4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8">
            <a:alpha val="5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D48A1-2280-D8B0-E48E-DB335028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93D5D-BC99-9716-BFC2-63F1A1291BCD}"/>
              </a:ext>
            </a:extLst>
          </p:cNvPr>
          <p:cNvSpPr/>
          <p:nvPr/>
        </p:nvSpPr>
        <p:spPr>
          <a:xfrm>
            <a:off x="0" y="731518"/>
            <a:ext cx="1828800" cy="6126481"/>
          </a:xfrm>
          <a:prstGeom prst="rect">
            <a:avLst/>
          </a:prstGeom>
          <a:solidFill>
            <a:srgbClr val="DA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D114E-2457-748C-77E3-F52D1F889999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23C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05CCC0-4567-3C05-56A8-7234B6CB6D4C}"/>
              </a:ext>
            </a:extLst>
          </p:cNvPr>
          <p:cNvSpPr/>
          <p:nvPr/>
        </p:nvSpPr>
        <p:spPr>
          <a:xfrm>
            <a:off x="201178" y="6126305"/>
            <a:ext cx="1422517" cy="421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Baguet Script" panose="00000500000000000000" pitchFamily="2" charset="0"/>
              </a:rPr>
              <a:t>By Aurvl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E58B5E-962B-E0D9-2557-FBDCCABA773E}"/>
              </a:ext>
            </a:extLst>
          </p:cNvPr>
          <p:cNvSpPr/>
          <p:nvPr/>
        </p:nvSpPr>
        <p:spPr>
          <a:xfrm>
            <a:off x="2118360" y="1021078"/>
            <a:ext cx="9784080" cy="731522"/>
          </a:xfrm>
          <a:prstGeom prst="roundRect">
            <a:avLst>
              <a:gd name="adj" fmla="val 10826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00A37A-CC76-7E9D-68A5-86D947A59EFC}"/>
              </a:ext>
            </a:extLst>
          </p:cNvPr>
          <p:cNvSpPr/>
          <p:nvPr/>
        </p:nvSpPr>
        <p:spPr>
          <a:xfrm>
            <a:off x="2118360" y="2042156"/>
            <a:ext cx="6384705" cy="2136733"/>
          </a:xfrm>
          <a:prstGeom prst="roundRect">
            <a:avLst>
              <a:gd name="adj" fmla="val 401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B16D56-2759-ABF6-FF4A-1386D5B6AAA5}"/>
              </a:ext>
            </a:extLst>
          </p:cNvPr>
          <p:cNvSpPr/>
          <p:nvPr/>
        </p:nvSpPr>
        <p:spPr>
          <a:xfrm>
            <a:off x="8792625" y="2042155"/>
            <a:ext cx="3109815" cy="4563027"/>
          </a:xfrm>
          <a:prstGeom prst="roundRect">
            <a:avLst>
              <a:gd name="adj" fmla="val 3016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612537-5E49-8A7B-0898-B816521A9801}"/>
              </a:ext>
            </a:extLst>
          </p:cNvPr>
          <p:cNvSpPr/>
          <p:nvPr/>
        </p:nvSpPr>
        <p:spPr>
          <a:xfrm>
            <a:off x="2118359" y="4468445"/>
            <a:ext cx="2985330" cy="2136733"/>
          </a:xfrm>
          <a:prstGeom prst="roundRect">
            <a:avLst>
              <a:gd name="adj" fmla="val 3045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882D65-734F-2EC7-16E6-2AE6CFE121C8}"/>
              </a:ext>
            </a:extLst>
          </p:cNvPr>
          <p:cNvSpPr/>
          <p:nvPr/>
        </p:nvSpPr>
        <p:spPr>
          <a:xfrm>
            <a:off x="5394105" y="4468445"/>
            <a:ext cx="3108960" cy="2136733"/>
          </a:xfrm>
          <a:prstGeom prst="roundRect">
            <a:avLst>
              <a:gd name="adj" fmla="val 3045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430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8E00-D151-22B3-E59C-CC107F0F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238131-781C-D391-DF65-80BB6E7246C5}"/>
              </a:ext>
            </a:extLst>
          </p:cNvPr>
          <p:cNvSpPr/>
          <p:nvPr/>
        </p:nvSpPr>
        <p:spPr>
          <a:xfrm>
            <a:off x="0" y="731518"/>
            <a:ext cx="1828800" cy="6126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0A048-97C8-2AB9-7832-488B3C611F15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F7595D-2BD4-E811-FDA1-E326D45B5B51}"/>
              </a:ext>
            </a:extLst>
          </p:cNvPr>
          <p:cNvSpPr/>
          <p:nvPr/>
        </p:nvSpPr>
        <p:spPr>
          <a:xfrm>
            <a:off x="2118360" y="1021080"/>
            <a:ext cx="9784080" cy="73152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77CB34-C5B4-3579-70F8-95BED0B38B54}"/>
              </a:ext>
            </a:extLst>
          </p:cNvPr>
          <p:cNvSpPr/>
          <p:nvPr/>
        </p:nvSpPr>
        <p:spPr>
          <a:xfrm>
            <a:off x="2118361" y="2042159"/>
            <a:ext cx="47853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9DD50-062A-9B84-A7DF-7CB84C99962C}"/>
              </a:ext>
            </a:extLst>
          </p:cNvPr>
          <p:cNvSpPr/>
          <p:nvPr/>
        </p:nvSpPr>
        <p:spPr>
          <a:xfrm>
            <a:off x="2118360" y="4468451"/>
            <a:ext cx="298533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24A99C-38A9-A291-C01E-74541FD6D4B0}"/>
              </a:ext>
            </a:extLst>
          </p:cNvPr>
          <p:cNvSpPr/>
          <p:nvPr/>
        </p:nvSpPr>
        <p:spPr>
          <a:xfrm>
            <a:off x="8793480" y="4468448"/>
            <a:ext cx="31089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F184D1-4A88-72F7-B1F5-CA1D225E6FF9}"/>
              </a:ext>
            </a:extLst>
          </p:cNvPr>
          <p:cNvSpPr/>
          <p:nvPr/>
        </p:nvSpPr>
        <p:spPr>
          <a:xfrm>
            <a:off x="5394105" y="4468449"/>
            <a:ext cx="31089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19FF4A4F-1ADF-6910-A804-12D005142BF5}"/>
              </a:ext>
            </a:extLst>
          </p:cNvPr>
          <p:cNvSpPr/>
          <p:nvPr/>
        </p:nvSpPr>
        <p:spPr>
          <a:xfrm>
            <a:off x="3009118" y="5049493"/>
            <a:ext cx="1187865" cy="1187865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95CAE3-FF8D-899A-2CF6-2EDB66458333}"/>
              </a:ext>
            </a:extLst>
          </p:cNvPr>
          <p:cNvSpPr txBox="1"/>
          <p:nvPr/>
        </p:nvSpPr>
        <p:spPr>
          <a:xfrm>
            <a:off x="2118359" y="4497001"/>
            <a:ext cx="273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Age group  vs </a:t>
            </a:r>
            <a:r>
              <a:rPr lang="fr-FR" dirty="0" err="1"/>
              <a:t>spending</a:t>
            </a:r>
            <a:endParaRPr lang="fr-F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DAC119-8F2A-5419-D672-95A146E1B977}"/>
              </a:ext>
            </a:extLst>
          </p:cNvPr>
          <p:cNvSpPr txBox="1"/>
          <p:nvPr/>
        </p:nvSpPr>
        <p:spPr>
          <a:xfrm>
            <a:off x="5393250" y="4512138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Recency</a:t>
            </a:r>
            <a:r>
              <a:rPr lang="fr-FR" dirty="0"/>
              <a:t> in </a:t>
            </a:r>
            <a:r>
              <a:rPr lang="fr-FR" dirty="0" err="1"/>
              <a:t>months</a:t>
            </a: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82F6D-3836-879B-4DF5-DCFD59D35182}"/>
              </a:ext>
            </a:extLst>
          </p:cNvPr>
          <p:cNvSpPr txBox="1"/>
          <p:nvPr/>
        </p:nvSpPr>
        <p:spPr>
          <a:xfrm>
            <a:off x="8792625" y="4460479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clients by spending</a:t>
            </a:r>
            <a:endParaRPr lang="fr-FR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3A391FC-0A3F-D348-9B39-9A44E3E2F39A}"/>
              </a:ext>
            </a:extLst>
          </p:cNvPr>
          <p:cNvGrpSpPr/>
          <p:nvPr/>
        </p:nvGrpSpPr>
        <p:grpSpPr>
          <a:xfrm>
            <a:off x="9067088" y="4917115"/>
            <a:ext cx="2580830" cy="1419692"/>
            <a:chOff x="9067088" y="2709017"/>
            <a:chExt cx="2580830" cy="362779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33C707A-AD54-67A7-CD42-A2F3699E0EC2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22A6F9-A111-B1AF-68E2-3D6ABF558DD2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B8E9E9-D4F8-832F-CCDC-C6D2FE16AE5D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09018C6-9206-5841-CF4B-8CC077DA1621}"/>
                </a:ext>
              </a:extLst>
            </p:cNvPr>
            <p:cNvSpPr/>
            <p:nvPr/>
          </p:nvSpPr>
          <p:spPr>
            <a:xfrm>
              <a:off x="9067088" y="4323571"/>
              <a:ext cx="1606609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807266-A0B8-C6C9-23E2-AA3E9FA4AF31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4DCF327-5CA6-F78F-A701-675E3204E85D}"/>
                </a:ext>
              </a:extLst>
            </p:cNvPr>
            <p:cNvSpPr/>
            <p:nvPr/>
          </p:nvSpPr>
          <p:spPr>
            <a:xfrm>
              <a:off x="9067088" y="5363697"/>
              <a:ext cx="709301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A3718FC-9598-B410-3CBF-35C6FC20844F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A2F416C-E8B2-588C-1BE7-082B211CD9B8}"/>
              </a:ext>
            </a:extLst>
          </p:cNvPr>
          <p:cNvSpPr/>
          <p:nvPr/>
        </p:nvSpPr>
        <p:spPr>
          <a:xfrm>
            <a:off x="8792625" y="56430"/>
            <a:ext cx="3109815" cy="555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Time </a:t>
            </a:r>
            <a:r>
              <a:rPr lang="fr-FR" dirty="0" err="1">
                <a:solidFill>
                  <a:schemeClr val="tx1"/>
                </a:solidFill>
              </a:rPr>
              <a:t>filter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434385-0B1B-4197-E463-42E74AAC20CD}"/>
              </a:ext>
            </a:extLst>
          </p:cNvPr>
          <p:cNvSpPr/>
          <p:nvPr/>
        </p:nvSpPr>
        <p:spPr>
          <a:xfrm>
            <a:off x="201178" y="3371507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Cust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segm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EF612D-7C3D-28DD-8ED8-C7EE83A335FF}"/>
              </a:ext>
            </a:extLst>
          </p:cNvPr>
          <p:cNvSpPr/>
          <p:nvPr/>
        </p:nvSpPr>
        <p:spPr>
          <a:xfrm>
            <a:off x="201183" y="87938"/>
            <a:ext cx="4203177" cy="55564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SALES REPORT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0CB873B-457D-9F0D-5CBE-9AE599BF1FEE}"/>
              </a:ext>
            </a:extLst>
          </p:cNvPr>
          <p:cNvSpPr/>
          <p:nvPr/>
        </p:nvSpPr>
        <p:spPr>
          <a:xfrm>
            <a:off x="206414" y="3933809"/>
            <a:ext cx="1417281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Age group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86815D-F5F8-4E0C-2009-708839EEAAB8}"/>
              </a:ext>
            </a:extLst>
          </p:cNvPr>
          <p:cNvSpPr/>
          <p:nvPr/>
        </p:nvSpPr>
        <p:spPr>
          <a:xfrm>
            <a:off x="201178" y="4496111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Product cat.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3E735D-8315-742A-943F-EE5DBA9E98D8}"/>
              </a:ext>
            </a:extLst>
          </p:cNvPr>
          <p:cNvSpPr/>
          <p:nvPr/>
        </p:nvSpPr>
        <p:spPr>
          <a:xfrm>
            <a:off x="201178" y="6126305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Baguet Script" panose="00000500000000000000" pitchFamily="2" charset="0"/>
              </a:rPr>
              <a:t>By AV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8053DB-F9D1-853C-CD27-79146347D562}"/>
              </a:ext>
            </a:extLst>
          </p:cNvPr>
          <p:cNvSpPr/>
          <p:nvPr/>
        </p:nvSpPr>
        <p:spPr>
          <a:xfrm>
            <a:off x="201178" y="2833537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Filters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7A79E-55AD-49F0-2E02-AE104DD64FD0}"/>
              </a:ext>
            </a:extLst>
          </p:cNvPr>
          <p:cNvSpPr/>
          <p:nvPr/>
        </p:nvSpPr>
        <p:spPr>
          <a:xfrm>
            <a:off x="211836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</a:t>
            </a:r>
            <a:r>
              <a:rPr lang="fr-FR" dirty="0" err="1">
                <a:solidFill>
                  <a:schemeClr val="tx1"/>
                </a:solidFill>
              </a:rPr>
              <a:t>customers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70FE0-C312-1625-751A-C900FBD2DB6C}"/>
              </a:ext>
            </a:extLst>
          </p:cNvPr>
          <p:cNvSpPr/>
          <p:nvPr/>
        </p:nvSpPr>
        <p:spPr>
          <a:xfrm>
            <a:off x="711708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monthly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spend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FA017-AF56-1BC3-8CE5-9788D2EE3D62}"/>
              </a:ext>
            </a:extLst>
          </p:cNvPr>
          <p:cNvSpPr/>
          <p:nvPr/>
        </p:nvSpPr>
        <p:spPr>
          <a:xfrm>
            <a:off x="461772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orders</a:t>
            </a:r>
            <a:r>
              <a:rPr lang="fr-FR" dirty="0">
                <a:solidFill>
                  <a:schemeClr val="tx1"/>
                </a:solidFill>
              </a:rPr>
              <a:t>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FFBB61-CA2D-B70B-B9E5-DAFC0235A2EE}"/>
              </a:ext>
            </a:extLst>
          </p:cNvPr>
          <p:cNvSpPr/>
          <p:nvPr/>
        </p:nvSpPr>
        <p:spPr>
          <a:xfrm>
            <a:off x="961644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recency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211507-9D1E-A85A-5F79-352C97E78172}"/>
              </a:ext>
            </a:extLst>
          </p:cNvPr>
          <p:cNvSpPr/>
          <p:nvPr/>
        </p:nvSpPr>
        <p:spPr>
          <a:xfrm>
            <a:off x="201182" y="1021080"/>
            <a:ext cx="1422517" cy="139041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dirty="0" err="1">
                <a:solidFill>
                  <a:schemeClr val="tx1"/>
                </a:solidFill>
              </a:rPr>
              <a:t>Overview</a:t>
            </a:r>
            <a:endParaRPr lang="fr-FR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chemeClr val="tx1"/>
                </a:solidFill>
              </a:rPr>
              <a:t>Clients</a:t>
            </a:r>
          </a:p>
          <a:p>
            <a:pPr>
              <a:lnSpc>
                <a:spcPct val="150000"/>
              </a:lnSpc>
            </a:pPr>
            <a:r>
              <a:rPr lang="fr-FR" dirty="0" err="1">
                <a:solidFill>
                  <a:schemeClr val="tx1"/>
                </a:solidFill>
              </a:rPr>
              <a:t>Products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A6F7F-0421-F044-3110-BBA61BFFDF47}"/>
              </a:ext>
            </a:extLst>
          </p:cNvPr>
          <p:cNvSpPr txBox="1"/>
          <p:nvPr/>
        </p:nvSpPr>
        <p:spPr>
          <a:xfrm>
            <a:off x="2118359" y="2068027"/>
            <a:ext cx="47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Cust</a:t>
            </a:r>
            <a:r>
              <a:rPr lang="fr-FR" dirty="0"/>
              <a:t> Segment vs total </a:t>
            </a:r>
            <a:r>
              <a:rPr lang="fr-FR" dirty="0" err="1"/>
              <a:t>customers</a:t>
            </a:r>
            <a:r>
              <a:rPr lang="fr-FR" dirty="0"/>
              <a:t> over time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1305CA-1F01-4E3D-DFC0-5F4575DF4C79}"/>
              </a:ext>
            </a:extLst>
          </p:cNvPr>
          <p:cNvGrpSpPr/>
          <p:nvPr/>
        </p:nvGrpSpPr>
        <p:grpSpPr>
          <a:xfrm rot="16200000">
            <a:off x="6371703" y="4389852"/>
            <a:ext cx="1138908" cy="2556104"/>
            <a:chOff x="9067088" y="2709017"/>
            <a:chExt cx="2580830" cy="362779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51A26F3-29DB-048D-4BDC-8539B262EAB6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AA46363-AB32-A4CF-C412-8E765192640E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A175ED-881E-1813-F289-4B3F784DC6CB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D2AA6C-7F37-97E5-CF30-B917E4339B85}"/>
                </a:ext>
              </a:extLst>
            </p:cNvPr>
            <p:cNvSpPr/>
            <p:nvPr/>
          </p:nvSpPr>
          <p:spPr>
            <a:xfrm>
              <a:off x="9067088" y="4323571"/>
              <a:ext cx="1606609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F49790D-2483-2237-2AB7-59ADA1FF0835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DAB3AB7-FEF8-06A1-6B43-DCB4FC0A6EB4}"/>
                </a:ext>
              </a:extLst>
            </p:cNvPr>
            <p:cNvSpPr/>
            <p:nvPr/>
          </p:nvSpPr>
          <p:spPr>
            <a:xfrm>
              <a:off x="9067088" y="5363697"/>
              <a:ext cx="709301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1CAF06C-0B9A-9E32-C8D4-492099BC619D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C281C6E-B4FB-CF7A-D5E1-B8F32BEBDF59}"/>
              </a:ext>
            </a:extLst>
          </p:cNvPr>
          <p:cNvSpPr/>
          <p:nvPr/>
        </p:nvSpPr>
        <p:spPr>
          <a:xfrm>
            <a:off x="7117080" y="2034188"/>
            <a:ext cx="47853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46B4A4-5E3E-E944-0F98-7259A2BE59CC}"/>
              </a:ext>
            </a:extLst>
          </p:cNvPr>
          <p:cNvSpPr txBox="1"/>
          <p:nvPr/>
        </p:nvSpPr>
        <p:spPr>
          <a:xfrm>
            <a:off x="7127853" y="2052489"/>
            <a:ext cx="47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Cust</a:t>
            </a:r>
            <a:r>
              <a:rPr lang="fr-FR" dirty="0"/>
              <a:t> Segment vs </a:t>
            </a:r>
            <a:r>
              <a:rPr lang="fr-FR" dirty="0" err="1"/>
              <a:t>spending</a:t>
            </a:r>
            <a:r>
              <a:rPr lang="fr-FR" dirty="0"/>
              <a:t> over time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D504543-82CE-F776-7B0C-89BFB76F486F}"/>
              </a:ext>
            </a:extLst>
          </p:cNvPr>
          <p:cNvSpPr/>
          <p:nvPr/>
        </p:nvSpPr>
        <p:spPr>
          <a:xfrm>
            <a:off x="7346420" y="2817608"/>
            <a:ext cx="4150635" cy="665018"/>
          </a:xfrm>
          <a:custGeom>
            <a:avLst/>
            <a:gdLst>
              <a:gd name="csX0" fmla="*/ 0 w 5205845"/>
              <a:gd name="csY0" fmla="*/ 155863 h 665018"/>
              <a:gd name="csX1" fmla="*/ 249382 w 5205845"/>
              <a:gd name="csY1" fmla="*/ 103909 h 665018"/>
              <a:gd name="csX2" fmla="*/ 384463 w 5205845"/>
              <a:gd name="csY2" fmla="*/ 20782 h 665018"/>
              <a:gd name="csX3" fmla="*/ 426027 w 5205845"/>
              <a:gd name="csY3" fmla="*/ 0 h 665018"/>
              <a:gd name="csX4" fmla="*/ 509154 w 5205845"/>
              <a:gd name="csY4" fmla="*/ 155863 h 665018"/>
              <a:gd name="csX5" fmla="*/ 696191 w 5205845"/>
              <a:gd name="csY5" fmla="*/ 384463 h 665018"/>
              <a:gd name="csX6" fmla="*/ 810491 w 5205845"/>
              <a:gd name="csY6" fmla="*/ 509154 h 665018"/>
              <a:gd name="csX7" fmla="*/ 945573 w 5205845"/>
              <a:gd name="csY7" fmla="*/ 457200 h 665018"/>
              <a:gd name="csX8" fmla="*/ 1184563 w 5205845"/>
              <a:gd name="csY8" fmla="*/ 665018 h 665018"/>
              <a:gd name="csX9" fmla="*/ 1288473 w 5205845"/>
              <a:gd name="csY9" fmla="*/ 623454 h 665018"/>
              <a:gd name="csX10" fmla="*/ 1402773 w 5205845"/>
              <a:gd name="csY10" fmla="*/ 467591 h 665018"/>
              <a:gd name="csX11" fmla="*/ 1465118 w 5205845"/>
              <a:gd name="csY11" fmla="*/ 426027 h 665018"/>
              <a:gd name="csX12" fmla="*/ 1662545 w 5205845"/>
              <a:gd name="csY12" fmla="*/ 322118 h 665018"/>
              <a:gd name="csX13" fmla="*/ 1891145 w 5205845"/>
              <a:gd name="csY13" fmla="*/ 509154 h 665018"/>
              <a:gd name="csX14" fmla="*/ 1984663 w 5205845"/>
              <a:gd name="csY14" fmla="*/ 550718 h 665018"/>
              <a:gd name="csX15" fmla="*/ 2150918 w 5205845"/>
              <a:gd name="csY15" fmla="*/ 644236 h 665018"/>
              <a:gd name="csX16" fmla="*/ 2213263 w 5205845"/>
              <a:gd name="csY16" fmla="*/ 623454 h 665018"/>
              <a:gd name="csX17" fmla="*/ 2306782 w 5205845"/>
              <a:gd name="csY17" fmla="*/ 561109 h 665018"/>
              <a:gd name="csX18" fmla="*/ 2348345 w 5205845"/>
              <a:gd name="csY18" fmla="*/ 540327 h 665018"/>
              <a:gd name="csX19" fmla="*/ 2815936 w 5205845"/>
              <a:gd name="csY19" fmla="*/ 561109 h 665018"/>
              <a:gd name="csX20" fmla="*/ 3044536 w 5205845"/>
              <a:gd name="csY20" fmla="*/ 529936 h 665018"/>
              <a:gd name="csX21" fmla="*/ 3106882 w 5205845"/>
              <a:gd name="csY21" fmla="*/ 519545 h 665018"/>
              <a:gd name="csX22" fmla="*/ 3397827 w 5205845"/>
              <a:gd name="csY22" fmla="*/ 509154 h 665018"/>
              <a:gd name="csX23" fmla="*/ 3480954 w 5205845"/>
              <a:gd name="csY23" fmla="*/ 405245 h 665018"/>
              <a:gd name="csX24" fmla="*/ 3616036 w 5205845"/>
              <a:gd name="csY24" fmla="*/ 436418 h 665018"/>
              <a:gd name="csX25" fmla="*/ 4135582 w 5205845"/>
              <a:gd name="csY25" fmla="*/ 446809 h 665018"/>
              <a:gd name="csX26" fmla="*/ 4218709 w 5205845"/>
              <a:gd name="csY26" fmla="*/ 477982 h 665018"/>
              <a:gd name="csX27" fmla="*/ 4322618 w 5205845"/>
              <a:gd name="csY27" fmla="*/ 529936 h 665018"/>
              <a:gd name="csX28" fmla="*/ 4436918 w 5205845"/>
              <a:gd name="csY28" fmla="*/ 550718 h 665018"/>
              <a:gd name="csX29" fmla="*/ 4665518 w 5205845"/>
              <a:gd name="csY29" fmla="*/ 488372 h 665018"/>
              <a:gd name="csX30" fmla="*/ 4759036 w 5205845"/>
              <a:gd name="csY30" fmla="*/ 477982 h 665018"/>
              <a:gd name="csX31" fmla="*/ 4831773 w 5205845"/>
              <a:gd name="csY31" fmla="*/ 467591 h 665018"/>
              <a:gd name="csX32" fmla="*/ 5164282 w 5205845"/>
              <a:gd name="csY32" fmla="*/ 426027 h 665018"/>
              <a:gd name="csX33" fmla="*/ 5205845 w 5205845"/>
              <a:gd name="csY33" fmla="*/ 415636 h 665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205845" h="665018">
                <a:moveTo>
                  <a:pt x="0" y="155863"/>
                </a:moveTo>
                <a:cubicBezTo>
                  <a:pt x="74117" y="143510"/>
                  <a:pt x="197064" y="124161"/>
                  <a:pt x="249382" y="103909"/>
                </a:cubicBezTo>
                <a:cubicBezTo>
                  <a:pt x="298687" y="84823"/>
                  <a:pt x="338893" y="47588"/>
                  <a:pt x="384463" y="20782"/>
                </a:cubicBezTo>
                <a:cubicBezTo>
                  <a:pt x="397814" y="12928"/>
                  <a:pt x="412172" y="6927"/>
                  <a:pt x="426027" y="0"/>
                </a:cubicBezTo>
                <a:cubicBezTo>
                  <a:pt x="453736" y="51954"/>
                  <a:pt x="475300" y="107687"/>
                  <a:pt x="509154" y="155863"/>
                </a:cubicBezTo>
                <a:cubicBezTo>
                  <a:pt x="565760" y="236418"/>
                  <a:pt x="631906" y="309892"/>
                  <a:pt x="696191" y="384463"/>
                </a:cubicBezTo>
                <a:cubicBezTo>
                  <a:pt x="941829" y="669403"/>
                  <a:pt x="645816" y="303314"/>
                  <a:pt x="810491" y="509154"/>
                </a:cubicBezTo>
                <a:cubicBezTo>
                  <a:pt x="855518" y="491836"/>
                  <a:pt x="897908" y="449752"/>
                  <a:pt x="945573" y="457200"/>
                </a:cubicBezTo>
                <a:cubicBezTo>
                  <a:pt x="1139627" y="487521"/>
                  <a:pt x="1133632" y="537689"/>
                  <a:pt x="1184563" y="665018"/>
                </a:cubicBezTo>
                <a:cubicBezTo>
                  <a:pt x="1219200" y="651163"/>
                  <a:pt x="1258231" y="645296"/>
                  <a:pt x="1288473" y="623454"/>
                </a:cubicBezTo>
                <a:cubicBezTo>
                  <a:pt x="1489377" y="478357"/>
                  <a:pt x="1295935" y="586300"/>
                  <a:pt x="1402773" y="467591"/>
                </a:cubicBezTo>
                <a:cubicBezTo>
                  <a:pt x="1419481" y="449026"/>
                  <a:pt x="1443938" y="439265"/>
                  <a:pt x="1465118" y="426027"/>
                </a:cubicBezTo>
                <a:cubicBezTo>
                  <a:pt x="1579837" y="354328"/>
                  <a:pt x="1547691" y="373165"/>
                  <a:pt x="1662545" y="322118"/>
                </a:cubicBezTo>
                <a:cubicBezTo>
                  <a:pt x="1738745" y="384463"/>
                  <a:pt x="1810854" y="452173"/>
                  <a:pt x="1891145" y="509154"/>
                </a:cubicBezTo>
                <a:cubicBezTo>
                  <a:pt x="1918964" y="528897"/>
                  <a:pt x="1955555" y="532930"/>
                  <a:pt x="1984663" y="550718"/>
                </a:cubicBezTo>
                <a:cubicBezTo>
                  <a:pt x="2156179" y="655533"/>
                  <a:pt x="2003117" y="602007"/>
                  <a:pt x="2150918" y="644236"/>
                </a:cubicBezTo>
                <a:cubicBezTo>
                  <a:pt x="2171700" y="637309"/>
                  <a:pt x="2193934" y="633763"/>
                  <a:pt x="2213263" y="623454"/>
                </a:cubicBezTo>
                <a:cubicBezTo>
                  <a:pt x="2246320" y="605823"/>
                  <a:pt x="2274874" y="580744"/>
                  <a:pt x="2306782" y="561109"/>
                </a:cubicBezTo>
                <a:cubicBezTo>
                  <a:pt x="2319974" y="552991"/>
                  <a:pt x="2334491" y="547254"/>
                  <a:pt x="2348345" y="540327"/>
                </a:cubicBezTo>
                <a:cubicBezTo>
                  <a:pt x="2504209" y="547254"/>
                  <a:pt x="2659936" y="563437"/>
                  <a:pt x="2815936" y="561109"/>
                </a:cubicBezTo>
                <a:cubicBezTo>
                  <a:pt x="2892833" y="559961"/>
                  <a:pt x="2968404" y="540812"/>
                  <a:pt x="3044536" y="529936"/>
                </a:cubicBezTo>
                <a:cubicBezTo>
                  <a:pt x="3065393" y="526956"/>
                  <a:pt x="3085850" y="520782"/>
                  <a:pt x="3106882" y="519545"/>
                </a:cubicBezTo>
                <a:cubicBezTo>
                  <a:pt x="3203758" y="513846"/>
                  <a:pt x="3300845" y="512618"/>
                  <a:pt x="3397827" y="509154"/>
                </a:cubicBezTo>
                <a:cubicBezTo>
                  <a:pt x="3409911" y="460818"/>
                  <a:pt x="3410908" y="422757"/>
                  <a:pt x="3480954" y="405245"/>
                </a:cubicBezTo>
                <a:cubicBezTo>
                  <a:pt x="3531981" y="392488"/>
                  <a:pt x="3568730" y="434666"/>
                  <a:pt x="3616036" y="436418"/>
                </a:cubicBezTo>
                <a:cubicBezTo>
                  <a:pt x="3789134" y="442829"/>
                  <a:pt x="3962400" y="443345"/>
                  <a:pt x="4135582" y="446809"/>
                </a:cubicBezTo>
                <a:cubicBezTo>
                  <a:pt x="4343332" y="550687"/>
                  <a:pt x="4020674" y="393111"/>
                  <a:pt x="4218709" y="477982"/>
                </a:cubicBezTo>
                <a:cubicBezTo>
                  <a:pt x="4254303" y="493236"/>
                  <a:pt x="4285881" y="517690"/>
                  <a:pt x="4322618" y="529936"/>
                </a:cubicBezTo>
                <a:cubicBezTo>
                  <a:pt x="4359355" y="542182"/>
                  <a:pt x="4398818" y="543791"/>
                  <a:pt x="4436918" y="550718"/>
                </a:cubicBezTo>
                <a:cubicBezTo>
                  <a:pt x="4671121" y="527297"/>
                  <a:pt x="4398109" y="564774"/>
                  <a:pt x="4665518" y="488372"/>
                </a:cubicBezTo>
                <a:cubicBezTo>
                  <a:pt x="4695676" y="479756"/>
                  <a:pt x="4727914" y="481872"/>
                  <a:pt x="4759036" y="477982"/>
                </a:cubicBezTo>
                <a:cubicBezTo>
                  <a:pt x="4783339" y="474944"/>
                  <a:pt x="4807714" y="472174"/>
                  <a:pt x="4831773" y="467591"/>
                </a:cubicBezTo>
                <a:cubicBezTo>
                  <a:pt x="5074748" y="421310"/>
                  <a:pt x="4881838" y="441718"/>
                  <a:pt x="5164282" y="426027"/>
                </a:cubicBezTo>
                <a:cubicBezTo>
                  <a:pt x="5198740" y="414541"/>
                  <a:pt x="5184501" y="415636"/>
                  <a:pt x="5205845" y="415636"/>
                </a:cubicBezTo>
              </a:path>
            </a:pathLst>
          </a:custGeom>
          <a:noFill/>
          <a:ln>
            <a:solidFill>
              <a:srgbClr val="236A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715123A-3277-01B7-4528-59BA742985CC}"/>
              </a:ext>
            </a:extLst>
          </p:cNvPr>
          <p:cNvSpPr/>
          <p:nvPr/>
        </p:nvSpPr>
        <p:spPr>
          <a:xfrm>
            <a:off x="7349383" y="2478134"/>
            <a:ext cx="4033615" cy="1521298"/>
          </a:xfrm>
          <a:custGeom>
            <a:avLst/>
            <a:gdLst>
              <a:gd name="csX0" fmla="*/ 0 w 4033615"/>
              <a:gd name="csY0" fmla="*/ 940184 h 1521298"/>
              <a:gd name="csX1" fmla="*/ 452927 w 4033615"/>
              <a:gd name="csY1" fmla="*/ 598352 h 1521298"/>
              <a:gd name="csX2" fmla="*/ 931492 w 4033615"/>
              <a:gd name="csY2" fmla="*/ 359070 h 1521298"/>
              <a:gd name="csX3" fmla="*/ 1204957 w 4033615"/>
              <a:gd name="csY3" fmla="*/ 982913 h 1521298"/>
              <a:gd name="csX4" fmla="*/ 1521152 w 4033615"/>
              <a:gd name="csY4" fmla="*/ 1521298 h 1521298"/>
              <a:gd name="csX5" fmla="*/ 2196269 w 4033615"/>
              <a:gd name="csY5" fmla="*/ 811997 h 1521298"/>
              <a:gd name="csX6" fmla="*/ 2324456 w 4033615"/>
              <a:gd name="csY6" fmla="*/ 948730 h 1521298"/>
              <a:gd name="csX7" fmla="*/ 2845750 w 4033615"/>
              <a:gd name="csY7" fmla="*/ 307795 h 1521298"/>
              <a:gd name="csX8" fmla="*/ 3102124 w 4033615"/>
              <a:gd name="csY8" fmla="*/ 77059 h 1521298"/>
              <a:gd name="csX9" fmla="*/ 3170490 w 4033615"/>
              <a:gd name="csY9" fmla="*/ 59967 h 1521298"/>
              <a:gd name="csX10" fmla="*/ 3435410 w 4033615"/>
              <a:gd name="csY10" fmla="*/ 146 h 1521298"/>
              <a:gd name="csX11" fmla="*/ 3614871 w 4033615"/>
              <a:gd name="csY11" fmla="*/ 8692 h 1521298"/>
              <a:gd name="csX12" fmla="*/ 3768696 w 4033615"/>
              <a:gd name="csY12" fmla="*/ 146 h 1521298"/>
              <a:gd name="csX13" fmla="*/ 3913974 w 4033615"/>
              <a:gd name="csY13" fmla="*/ 17238 h 1521298"/>
              <a:gd name="csX14" fmla="*/ 4033615 w 4033615"/>
              <a:gd name="csY14" fmla="*/ 17238 h 1521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33615" h="1521298">
                <a:moveTo>
                  <a:pt x="0" y="940184"/>
                </a:moveTo>
                <a:cubicBezTo>
                  <a:pt x="135172" y="771218"/>
                  <a:pt x="77327" y="835573"/>
                  <a:pt x="452927" y="598352"/>
                </a:cubicBezTo>
                <a:cubicBezTo>
                  <a:pt x="760774" y="403922"/>
                  <a:pt x="725399" y="420897"/>
                  <a:pt x="931492" y="359070"/>
                </a:cubicBezTo>
                <a:cubicBezTo>
                  <a:pt x="1075590" y="611240"/>
                  <a:pt x="880322" y="264076"/>
                  <a:pt x="1204957" y="982913"/>
                </a:cubicBezTo>
                <a:cubicBezTo>
                  <a:pt x="1435283" y="1492922"/>
                  <a:pt x="1287332" y="1391400"/>
                  <a:pt x="1521152" y="1521298"/>
                </a:cubicBezTo>
                <a:cubicBezTo>
                  <a:pt x="2087361" y="854632"/>
                  <a:pt x="1815833" y="1035784"/>
                  <a:pt x="2196269" y="811997"/>
                </a:cubicBezTo>
                <a:cubicBezTo>
                  <a:pt x="2238998" y="857575"/>
                  <a:pt x="2270737" y="916834"/>
                  <a:pt x="2324456" y="948730"/>
                </a:cubicBezTo>
                <a:cubicBezTo>
                  <a:pt x="2654234" y="1144535"/>
                  <a:pt x="2791722" y="364396"/>
                  <a:pt x="2845750" y="307795"/>
                </a:cubicBezTo>
                <a:cubicBezTo>
                  <a:pt x="2943501" y="205388"/>
                  <a:pt x="2983992" y="125701"/>
                  <a:pt x="3102124" y="77059"/>
                </a:cubicBezTo>
                <a:cubicBezTo>
                  <a:pt x="3123845" y="68115"/>
                  <a:pt x="3147602" y="65249"/>
                  <a:pt x="3170490" y="59967"/>
                </a:cubicBezTo>
                <a:lnTo>
                  <a:pt x="3435410" y="146"/>
                </a:lnTo>
                <a:cubicBezTo>
                  <a:pt x="3495230" y="2995"/>
                  <a:pt x="3554983" y="8692"/>
                  <a:pt x="3614871" y="8692"/>
                </a:cubicBezTo>
                <a:cubicBezTo>
                  <a:pt x="3666225" y="8692"/>
                  <a:pt x="3717363" y="-1321"/>
                  <a:pt x="3768696" y="146"/>
                </a:cubicBezTo>
                <a:cubicBezTo>
                  <a:pt x="3817436" y="1539"/>
                  <a:pt x="3865315" y="14099"/>
                  <a:pt x="3913974" y="17238"/>
                </a:cubicBezTo>
                <a:cubicBezTo>
                  <a:pt x="3953772" y="19806"/>
                  <a:pt x="3993735" y="17238"/>
                  <a:pt x="4033615" y="1723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870DFE5-B079-BFAE-3E05-A6F949E7A944}"/>
              </a:ext>
            </a:extLst>
          </p:cNvPr>
          <p:cNvSpPr/>
          <p:nvPr/>
        </p:nvSpPr>
        <p:spPr>
          <a:xfrm>
            <a:off x="7494662" y="2521009"/>
            <a:ext cx="3922519" cy="1401511"/>
          </a:xfrm>
          <a:custGeom>
            <a:avLst/>
            <a:gdLst>
              <a:gd name="csX0" fmla="*/ 0 w 3922519"/>
              <a:gd name="csY0" fmla="*/ 1136591 h 1401511"/>
              <a:gd name="csX1" fmla="*/ 640934 w 3922519"/>
              <a:gd name="csY1" fmla="*/ 1170774 h 1401511"/>
              <a:gd name="csX2" fmla="*/ 888762 w 3922519"/>
              <a:gd name="csY2" fmla="*/ 1222049 h 1401511"/>
              <a:gd name="csX3" fmla="*/ 965674 w 3922519"/>
              <a:gd name="csY3" fmla="*/ 1230595 h 1401511"/>
              <a:gd name="csX4" fmla="*/ 1025495 w 3922519"/>
              <a:gd name="csY4" fmla="*/ 1256232 h 1401511"/>
              <a:gd name="csX5" fmla="*/ 1307506 w 3922519"/>
              <a:gd name="csY5" fmla="*/ 1222049 h 1401511"/>
              <a:gd name="csX6" fmla="*/ 1580972 w 3922519"/>
              <a:gd name="csY6" fmla="*/ 1230595 h 1401511"/>
              <a:gd name="csX7" fmla="*/ 1615155 w 3922519"/>
              <a:gd name="csY7" fmla="*/ 1239141 h 1401511"/>
              <a:gd name="csX8" fmla="*/ 1726250 w 3922519"/>
              <a:gd name="csY8" fmla="*/ 1247686 h 1401511"/>
              <a:gd name="csX9" fmla="*/ 1931349 w 3922519"/>
              <a:gd name="csY9" fmla="*/ 1239141 h 1401511"/>
              <a:gd name="csX10" fmla="*/ 2059536 w 3922519"/>
              <a:gd name="csY10" fmla="*/ 922946 h 1401511"/>
              <a:gd name="csX11" fmla="*/ 2281727 w 3922519"/>
              <a:gd name="csY11" fmla="*/ 0 h 1401511"/>
              <a:gd name="csX12" fmla="*/ 2256089 w 3922519"/>
              <a:gd name="csY12" fmla="*/ 358924 h 1401511"/>
              <a:gd name="csX13" fmla="*/ 2281727 w 3922519"/>
              <a:gd name="csY13" fmla="*/ 974221 h 1401511"/>
              <a:gd name="csX14" fmla="*/ 2315910 w 3922519"/>
              <a:gd name="csY14" fmla="*/ 1119499 h 1401511"/>
              <a:gd name="csX15" fmla="*/ 2324456 w 3922519"/>
              <a:gd name="csY15" fmla="*/ 1170774 h 1401511"/>
              <a:gd name="csX16" fmla="*/ 2375731 w 3922519"/>
              <a:gd name="csY16" fmla="*/ 1298961 h 1401511"/>
              <a:gd name="csX17" fmla="*/ 2461188 w 3922519"/>
              <a:gd name="csY17" fmla="*/ 1273324 h 1401511"/>
              <a:gd name="csX18" fmla="*/ 2597921 w 3922519"/>
              <a:gd name="csY18" fmla="*/ 1401511 h 1401511"/>
              <a:gd name="csX19" fmla="*/ 2794474 w 3922519"/>
              <a:gd name="csY19" fmla="*/ 1341690 h 1401511"/>
              <a:gd name="csX20" fmla="*/ 2948299 w 3922519"/>
              <a:gd name="csY20" fmla="*/ 1307507 h 1401511"/>
              <a:gd name="csX21" fmla="*/ 3144852 w 3922519"/>
              <a:gd name="csY21" fmla="*/ 1264778 h 1401511"/>
              <a:gd name="csX22" fmla="*/ 3179035 w 3922519"/>
              <a:gd name="csY22" fmla="*/ 1247686 h 1401511"/>
              <a:gd name="csX23" fmla="*/ 3461046 w 3922519"/>
              <a:gd name="csY23" fmla="*/ 1256232 h 1401511"/>
              <a:gd name="csX24" fmla="*/ 3614871 w 3922519"/>
              <a:gd name="csY24" fmla="*/ 1307507 h 1401511"/>
              <a:gd name="csX25" fmla="*/ 3896882 w 3922519"/>
              <a:gd name="csY25" fmla="*/ 1298961 h 1401511"/>
              <a:gd name="csX26" fmla="*/ 3922519 w 3922519"/>
              <a:gd name="csY26" fmla="*/ 1281870 h 1401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922519" h="1401511">
                <a:moveTo>
                  <a:pt x="0" y="1136591"/>
                </a:moveTo>
                <a:cubicBezTo>
                  <a:pt x="213645" y="1147985"/>
                  <a:pt x="427968" y="1150296"/>
                  <a:pt x="640934" y="1170774"/>
                </a:cubicBezTo>
                <a:cubicBezTo>
                  <a:pt x="724906" y="1178848"/>
                  <a:pt x="805799" y="1206766"/>
                  <a:pt x="888762" y="1222049"/>
                </a:cubicBezTo>
                <a:cubicBezTo>
                  <a:pt x="914130" y="1226722"/>
                  <a:pt x="940037" y="1227746"/>
                  <a:pt x="965674" y="1230595"/>
                </a:cubicBezTo>
                <a:cubicBezTo>
                  <a:pt x="985614" y="1239141"/>
                  <a:pt x="1003856" y="1254686"/>
                  <a:pt x="1025495" y="1256232"/>
                </a:cubicBezTo>
                <a:cubicBezTo>
                  <a:pt x="1160649" y="1265886"/>
                  <a:pt x="1193632" y="1250517"/>
                  <a:pt x="1307506" y="1222049"/>
                </a:cubicBezTo>
                <a:cubicBezTo>
                  <a:pt x="1398661" y="1224898"/>
                  <a:pt x="1489913" y="1225536"/>
                  <a:pt x="1580972" y="1230595"/>
                </a:cubicBezTo>
                <a:cubicBezTo>
                  <a:pt x="1592699" y="1231247"/>
                  <a:pt x="1603490" y="1237769"/>
                  <a:pt x="1615155" y="1239141"/>
                </a:cubicBezTo>
                <a:cubicBezTo>
                  <a:pt x="1652042" y="1243480"/>
                  <a:pt x="1689218" y="1244838"/>
                  <a:pt x="1726250" y="1247686"/>
                </a:cubicBezTo>
                <a:cubicBezTo>
                  <a:pt x="1794616" y="1244838"/>
                  <a:pt x="1882341" y="1286893"/>
                  <a:pt x="1931349" y="1239141"/>
                </a:cubicBezTo>
                <a:cubicBezTo>
                  <a:pt x="2012806" y="1159773"/>
                  <a:pt x="2029941" y="1032758"/>
                  <a:pt x="2059536" y="922946"/>
                </a:cubicBezTo>
                <a:cubicBezTo>
                  <a:pt x="2327288" y="-70554"/>
                  <a:pt x="2070844" y="281178"/>
                  <a:pt x="2281727" y="0"/>
                </a:cubicBezTo>
                <a:cubicBezTo>
                  <a:pt x="2273181" y="119641"/>
                  <a:pt x="2257200" y="238983"/>
                  <a:pt x="2256089" y="358924"/>
                </a:cubicBezTo>
                <a:cubicBezTo>
                  <a:pt x="2248381" y="1191414"/>
                  <a:pt x="2244591" y="714276"/>
                  <a:pt x="2281727" y="974221"/>
                </a:cubicBezTo>
                <a:cubicBezTo>
                  <a:pt x="2303738" y="1128296"/>
                  <a:pt x="2271110" y="951499"/>
                  <a:pt x="2315910" y="1119499"/>
                </a:cubicBezTo>
                <a:cubicBezTo>
                  <a:pt x="2320375" y="1136241"/>
                  <a:pt x="2319991" y="1154032"/>
                  <a:pt x="2324456" y="1170774"/>
                </a:cubicBezTo>
                <a:cubicBezTo>
                  <a:pt x="2342560" y="1238663"/>
                  <a:pt x="2347607" y="1242715"/>
                  <a:pt x="2375731" y="1298961"/>
                </a:cubicBezTo>
                <a:cubicBezTo>
                  <a:pt x="2404217" y="1290415"/>
                  <a:pt x="2432702" y="1264778"/>
                  <a:pt x="2461188" y="1273324"/>
                </a:cubicBezTo>
                <a:cubicBezTo>
                  <a:pt x="2475963" y="1277757"/>
                  <a:pt x="2575459" y="1379049"/>
                  <a:pt x="2597921" y="1401511"/>
                </a:cubicBezTo>
                <a:cubicBezTo>
                  <a:pt x="2773342" y="1369616"/>
                  <a:pt x="2610222" y="1406178"/>
                  <a:pt x="2794474" y="1341690"/>
                </a:cubicBezTo>
                <a:cubicBezTo>
                  <a:pt x="2842620" y="1324839"/>
                  <a:pt x="2899667" y="1320193"/>
                  <a:pt x="2948299" y="1307507"/>
                </a:cubicBezTo>
                <a:cubicBezTo>
                  <a:pt x="3127059" y="1260874"/>
                  <a:pt x="2991062" y="1280157"/>
                  <a:pt x="3144852" y="1264778"/>
                </a:cubicBezTo>
                <a:cubicBezTo>
                  <a:pt x="3156246" y="1259081"/>
                  <a:pt x="3167974" y="1254006"/>
                  <a:pt x="3179035" y="1247686"/>
                </a:cubicBezTo>
                <a:cubicBezTo>
                  <a:pt x="3289902" y="1184334"/>
                  <a:pt x="3079322" y="1218060"/>
                  <a:pt x="3461046" y="1256232"/>
                </a:cubicBezTo>
                <a:cubicBezTo>
                  <a:pt x="3512321" y="1273324"/>
                  <a:pt x="3561080" y="1302233"/>
                  <a:pt x="3614871" y="1307507"/>
                </a:cubicBezTo>
                <a:cubicBezTo>
                  <a:pt x="3708469" y="1316683"/>
                  <a:pt x="3803160" y="1306771"/>
                  <a:pt x="3896882" y="1298961"/>
                </a:cubicBezTo>
                <a:cubicBezTo>
                  <a:pt x="3907117" y="1298108"/>
                  <a:pt x="3922519" y="1281870"/>
                  <a:pt x="3922519" y="128187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3F68F48-72AA-0A16-5389-CF2F039DE7FD}"/>
              </a:ext>
            </a:extLst>
          </p:cNvPr>
          <p:cNvGrpSpPr/>
          <p:nvPr/>
        </p:nvGrpSpPr>
        <p:grpSpPr>
          <a:xfrm rot="16200000">
            <a:off x="3829135" y="1299416"/>
            <a:ext cx="1307013" cy="4024328"/>
            <a:chOff x="9067088" y="2709017"/>
            <a:chExt cx="2580835" cy="36277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B2F0305-81E3-B84C-223A-C36069AC22BA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2938610-B738-457E-524C-2C5C87089A5B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19F2775-9BF8-60BE-5E47-EB1C7FB45E8D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D495C1-CB46-7106-8F59-C8E40501C1CA}"/>
                </a:ext>
              </a:extLst>
            </p:cNvPr>
            <p:cNvSpPr/>
            <p:nvPr/>
          </p:nvSpPr>
          <p:spPr>
            <a:xfrm>
              <a:off x="9067089" y="4323572"/>
              <a:ext cx="2580834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DB673E-3D36-0E65-6033-BE71913BA076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F2FBBDE-4D74-1AF3-924B-187EDA7FC43B}"/>
                </a:ext>
              </a:extLst>
            </p:cNvPr>
            <p:cNvSpPr/>
            <p:nvPr/>
          </p:nvSpPr>
          <p:spPr>
            <a:xfrm flipH="1">
              <a:off x="9552780" y="5363699"/>
              <a:ext cx="8001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36CA7CB-5EFA-AECB-F950-8B60595E0587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4031BD5-DC1A-5700-00F9-DDD3B49A98B6}"/>
                </a:ext>
              </a:extLst>
            </p:cNvPr>
            <p:cNvSpPr/>
            <p:nvPr/>
          </p:nvSpPr>
          <p:spPr>
            <a:xfrm flipH="1">
              <a:off x="9067088" y="5363698"/>
              <a:ext cx="800130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1287440-8C1B-F33B-8180-22FA25389DE8}"/>
                </a:ext>
              </a:extLst>
            </p:cNvPr>
            <p:cNvSpPr/>
            <p:nvPr/>
          </p:nvSpPr>
          <p:spPr>
            <a:xfrm flipH="1">
              <a:off x="9067088" y="4323573"/>
              <a:ext cx="1552135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F06DCEC-7DA0-7453-A573-F201BAA4B774}"/>
                </a:ext>
              </a:extLst>
            </p:cNvPr>
            <p:cNvSpPr/>
            <p:nvPr/>
          </p:nvSpPr>
          <p:spPr>
            <a:xfrm flipH="1">
              <a:off x="9067090" y="3191123"/>
              <a:ext cx="1058554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0494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8">
            <a:alpha val="5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018B4-1B7B-7677-E11C-73B7996C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823303-88F8-F517-4F9F-8DB21D750A02}"/>
              </a:ext>
            </a:extLst>
          </p:cNvPr>
          <p:cNvSpPr/>
          <p:nvPr/>
        </p:nvSpPr>
        <p:spPr>
          <a:xfrm>
            <a:off x="0" y="731518"/>
            <a:ext cx="1828800" cy="6126481"/>
          </a:xfrm>
          <a:prstGeom prst="rect">
            <a:avLst/>
          </a:prstGeom>
          <a:solidFill>
            <a:srgbClr val="DA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BE8E3-54E1-7F3F-C724-4F18EDCA9BE6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23C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280373-978A-B0BC-472A-377C74210A72}"/>
              </a:ext>
            </a:extLst>
          </p:cNvPr>
          <p:cNvSpPr/>
          <p:nvPr/>
        </p:nvSpPr>
        <p:spPr>
          <a:xfrm>
            <a:off x="201178" y="6126305"/>
            <a:ext cx="1422517" cy="421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Baguet Script" panose="00000500000000000000" pitchFamily="2" charset="0"/>
              </a:rPr>
              <a:t>By Aurvl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D7D582-82B2-F8F4-ADEC-3A15DDEFF2FB}"/>
              </a:ext>
            </a:extLst>
          </p:cNvPr>
          <p:cNvSpPr/>
          <p:nvPr/>
        </p:nvSpPr>
        <p:spPr>
          <a:xfrm>
            <a:off x="2118360" y="1021078"/>
            <a:ext cx="9784080" cy="731522"/>
          </a:xfrm>
          <a:prstGeom prst="roundRect">
            <a:avLst>
              <a:gd name="adj" fmla="val 10826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42728C-878E-53F6-F37E-E0123327267A}"/>
              </a:ext>
            </a:extLst>
          </p:cNvPr>
          <p:cNvSpPr/>
          <p:nvPr/>
        </p:nvSpPr>
        <p:spPr>
          <a:xfrm>
            <a:off x="2118361" y="2042156"/>
            <a:ext cx="4785360" cy="2136733"/>
          </a:xfrm>
          <a:prstGeom prst="roundRect">
            <a:avLst>
              <a:gd name="adj" fmla="val 401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1DACCE-9362-64A0-B3FD-521D789672FC}"/>
              </a:ext>
            </a:extLst>
          </p:cNvPr>
          <p:cNvSpPr/>
          <p:nvPr/>
        </p:nvSpPr>
        <p:spPr>
          <a:xfrm>
            <a:off x="2118359" y="4468445"/>
            <a:ext cx="2985330" cy="2136733"/>
          </a:xfrm>
          <a:prstGeom prst="roundRect">
            <a:avLst>
              <a:gd name="adj" fmla="val 3045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9408BD-A5E3-AF3F-6777-262670638E88}"/>
              </a:ext>
            </a:extLst>
          </p:cNvPr>
          <p:cNvSpPr/>
          <p:nvPr/>
        </p:nvSpPr>
        <p:spPr>
          <a:xfrm>
            <a:off x="5394105" y="4468445"/>
            <a:ext cx="3108960" cy="2136733"/>
          </a:xfrm>
          <a:prstGeom prst="roundRect">
            <a:avLst>
              <a:gd name="adj" fmla="val 3045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61EA79-8D99-B889-5AE0-C31614E66748}"/>
              </a:ext>
            </a:extLst>
          </p:cNvPr>
          <p:cNvSpPr/>
          <p:nvPr/>
        </p:nvSpPr>
        <p:spPr>
          <a:xfrm>
            <a:off x="8793480" y="4468444"/>
            <a:ext cx="3108960" cy="2136733"/>
          </a:xfrm>
          <a:prstGeom prst="roundRect">
            <a:avLst>
              <a:gd name="adj" fmla="val 3045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76A672-1908-093F-C309-7470EA650DBA}"/>
              </a:ext>
            </a:extLst>
          </p:cNvPr>
          <p:cNvSpPr/>
          <p:nvPr/>
        </p:nvSpPr>
        <p:spPr>
          <a:xfrm>
            <a:off x="7117080" y="2034184"/>
            <a:ext cx="4785360" cy="2136733"/>
          </a:xfrm>
          <a:prstGeom prst="roundRect">
            <a:avLst>
              <a:gd name="adj" fmla="val 401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64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D1FE-A440-4787-4ECB-0991F5AE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AA74B3-7EAB-6771-AC4C-3B3D257E5FF6}"/>
              </a:ext>
            </a:extLst>
          </p:cNvPr>
          <p:cNvSpPr/>
          <p:nvPr/>
        </p:nvSpPr>
        <p:spPr>
          <a:xfrm>
            <a:off x="0" y="731518"/>
            <a:ext cx="1828800" cy="6126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0DF06C-CDD6-0E9F-5BE1-0EDE3C6C1859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EC5E5-7194-5FB5-E79E-1E8440BCE12E}"/>
              </a:ext>
            </a:extLst>
          </p:cNvPr>
          <p:cNvSpPr/>
          <p:nvPr/>
        </p:nvSpPr>
        <p:spPr>
          <a:xfrm>
            <a:off x="2118360" y="1021080"/>
            <a:ext cx="9784080" cy="73152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A6A2F-1C4F-C6EC-D6D2-E58EF9F2F96F}"/>
              </a:ext>
            </a:extLst>
          </p:cNvPr>
          <p:cNvSpPr/>
          <p:nvPr/>
        </p:nvSpPr>
        <p:spPr>
          <a:xfrm>
            <a:off x="2118361" y="2042159"/>
            <a:ext cx="47853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3475D-38D2-8E51-5FBA-A2B3ED28CA24}"/>
              </a:ext>
            </a:extLst>
          </p:cNvPr>
          <p:cNvSpPr/>
          <p:nvPr/>
        </p:nvSpPr>
        <p:spPr>
          <a:xfrm>
            <a:off x="2118360" y="4468451"/>
            <a:ext cx="298533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8A441A-F966-DE60-A645-47AB5AE0384E}"/>
              </a:ext>
            </a:extLst>
          </p:cNvPr>
          <p:cNvSpPr/>
          <p:nvPr/>
        </p:nvSpPr>
        <p:spPr>
          <a:xfrm>
            <a:off x="8793480" y="4468448"/>
            <a:ext cx="3108960" cy="2136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A5C49-4537-2BED-E710-362E01BA0AB5}"/>
              </a:ext>
            </a:extLst>
          </p:cNvPr>
          <p:cNvSpPr/>
          <p:nvPr/>
        </p:nvSpPr>
        <p:spPr>
          <a:xfrm>
            <a:off x="5394105" y="4468449"/>
            <a:ext cx="31089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451532-BD0A-9139-EAB6-F41260C828B0}"/>
              </a:ext>
            </a:extLst>
          </p:cNvPr>
          <p:cNvSpPr txBox="1"/>
          <p:nvPr/>
        </p:nvSpPr>
        <p:spPr>
          <a:xfrm>
            <a:off x="2118359" y="4497001"/>
            <a:ext cx="2744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Category</a:t>
            </a:r>
            <a:r>
              <a:rPr lang="fr-FR" sz="1400" dirty="0"/>
              <a:t> and </a:t>
            </a:r>
            <a:r>
              <a:rPr lang="fr-FR" sz="1400" dirty="0" err="1"/>
              <a:t>sub</a:t>
            </a:r>
            <a:r>
              <a:rPr lang="fr-FR" sz="1400" dirty="0"/>
              <a:t> cat vs sales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4C04C5-0379-1011-9B30-3DDB65170980}"/>
              </a:ext>
            </a:extLst>
          </p:cNvPr>
          <p:cNvSpPr txBox="1"/>
          <p:nvPr/>
        </p:nvSpPr>
        <p:spPr>
          <a:xfrm>
            <a:off x="5393250" y="4512138"/>
            <a:ext cx="252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by Recency</a:t>
            </a: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60DBAB-D242-77E7-84D6-3AC9E65863DE}"/>
              </a:ext>
            </a:extLst>
          </p:cNvPr>
          <p:cNvSpPr txBox="1"/>
          <p:nvPr/>
        </p:nvSpPr>
        <p:spPr>
          <a:xfrm>
            <a:off x="8792625" y="4477995"/>
            <a:ext cx="298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Top </a:t>
            </a:r>
            <a:r>
              <a:rPr lang="fr-FR" dirty="0" err="1"/>
              <a:t>products</a:t>
            </a:r>
            <a:r>
              <a:rPr lang="fr-FR" dirty="0"/>
              <a:t> by sales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E68FCD-DC89-79B5-8372-DFA320DA8671}"/>
              </a:ext>
            </a:extLst>
          </p:cNvPr>
          <p:cNvGrpSpPr/>
          <p:nvPr/>
        </p:nvGrpSpPr>
        <p:grpSpPr>
          <a:xfrm>
            <a:off x="9067088" y="4923857"/>
            <a:ext cx="2580830" cy="1412950"/>
            <a:chOff x="9067088" y="2709017"/>
            <a:chExt cx="2580830" cy="362779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9D5F66-E6B9-5043-74B2-C474C92BE56B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381599D-EDC6-DDBC-E1D0-CDF9FDB8777F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E3FB15-8909-41A5-7AEC-D9F3737FB195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B59EA7C-3A44-F7AC-2AD4-2620F2A5A00E}"/>
                </a:ext>
              </a:extLst>
            </p:cNvPr>
            <p:cNvSpPr/>
            <p:nvPr/>
          </p:nvSpPr>
          <p:spPr>
            <a:xfrm>
              <a:off x="9067088" y="4323571"/>
              <a:ext cx="1606609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A28450-5E92-7D13-ACA0-7CF34251723A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EE085-B914-49FD-4A48-6DD531A7C7B4}"/>
                </a:ext>
              </a:extLst>
            </p:cNvPr>
            <p:cNvSpPr/>
            <p:nvPr/>
          </p:nvSpPr>
          <p:spPr>
            <a:xfrm>
              <a:off x="9067088" y="5363697"/>
              <a:ext cx="709301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A6CE6-53CB-C34C-2155-5B0BAF9F8A43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F003BA5-C230-C522-07F3-D171E18B0CC9}"/>
              </a:ext>
            </a:extLst>
          </p:cNvPr>
          <p:cNvSpPr txBox="1"/>
          <p:nvPr/>
        </p:nvSpPr>
        <p:spPr>
          <a:xfrm>
            <a:off x="2118359" y="2068027"/>
            <a:ext cx="445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Product segment vs total sales over time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74DEB5-4059-748F-92AB-FBA0B03311A7}"/>
              </a:ext>
            </a:extLst>
          </p:cNvPr>
          <p:cNvSpPr/>
          <p:nvPr/>
        </p:nvSpPr>
        <p:spPr>
          <a:xfrm>
            <a:off x="211836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</a:t>
            </a:r>
            <a:r>
              <a:rPr lang="fr-FR" dirty="0" err="1">
                <a:solidFill>
                  <a:schemeClr val="tx1"/>
                </a:solidFill>
              </a:rPr>
              <a:t>products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0D04D1-51D8-D227-21FD-5C9A6335572A}"/>
              </a:ext>
            </a:extLst>
          </p:cNvPr>
          <p:cNvSpPr/>
          <p:nvPr/>
        </p:nvSpPr>
        <p:spPr>
          <a:xfrm>
            <a:off x="711708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selling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price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8D352F-19BC-E74A-3FED-EC68EED9D057}"/>
              </a:ext>
            </a:extLst>
          </p:cNvPr>
          <p:cNvSpPr/>
          <p:nvPr/>
        </p:nvSpPr>
        <p:spPr>
          <a:xfrm>
            <a:off x="461772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Total sales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C0094E-EB56-4D41-272D-AE955E10D781}"/>
              </a:ext>
            </a:extLst>
          </p:cNvPr>
          <p:cNvSpPr/>
          <p:nvPr/>
        </p:nvSpPr>
        <p:spPr>
          <a:xfrm>
            <a:off x="9616440" y="1013111"/>
            <a:ext cx="228600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Avg</a:t>
            </a:r>
            <a:r>
              <a:rPr lang="fr-FR" dirty="0">
                <a:solidFill>
                  <a:schemeClr val="tx1"/>
                </a:solidFill>
              </a:rPr>
              <a:t>. </a:t>
            </a:r>
            <a:r>
              <a:rPr lang="fr-FR" dirty="0" err="1">
                <a:solidFill>
                  <a:schemeClr val="tx1"/>
                </a:solidFill>
              </a:rPr>
              <a:t>monthly</a:t>
            </a:r>
            <a:r>
              <a:rPr lang="fr-FR" dirty="0">
                <a:solidFill>
                  <a:schemeClr val="tx1"/>
                </a:solidFill>
              </a:rPr>
              <a:t> revenue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4B48A2-CB74-E51D-5454-22E0072AEDE8}"/>
              </a:ext>
            </a:extLst>
          </p:cNvPr>
          <p:cNvSpPr/>
          <p:nvPr/>
        </p:nvSpPr>
        <p:spPr>
          <a:xfrm>
            <a:off x="8792625" y="56430"/>
            <a:ext cx="3109815" cy="555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Time </a:t>
            </a:r>
            <a:r>
              <a:rPr lang="fr-FR" dirty="0" err="1">
                <a:solidFill>
                  <a:schemeClr val="tx1"/>
                </a:solidFill>
              </a:rPr>
              <a:t>filter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EB2125-62AD-3470-4178-A8EBFC2AFDDA}"/>
              </a:ext>
            </a:extLst>
          </p:cNvPr>
          <p:cNvSpPr/>
          <p:nvPr/>
        </p:nvSpPr>
        <p:spPr>
          <a:xfrm>
            <a:off x="201178" y="3371507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Cust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segm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518F98-98CC-B81D-AD43-CCCD223D6C88}"/>
              </a:ext>
            </a:extLst>
          </p:cNvPr>
          <p:cNvSpPr/>
          <p:nvPr/>
        </p:nvSpPr>
        <p:spPr>
          <a:xfrm>
            <a:off x="201182" y="1021080"/>
            <a:ext cx="1422517" cy="139041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dirty="0" err="1">
                <a:solidFill>
                  <a:schemeClr val="tx1"/>
                </a:solidFill>
              </a:rPr>
              <a:t>Overview</a:t>
            </a:r>
            <a:endParaRPr lang="fr-FR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tx1"/>
                </a:solidFill>
              </a:rPr>
              <a:t>Clients</a:t>
            </a:r>
          </a:p>
          <a:p>
            <a:pPr>
              <a:lnSpc>
                <a:spcPct val="150000"/>
              </a:lnSpc>
            </a:pPr>
            <a:r>
              <a:rPr lang="fr-FR" b="1" dirty="0" err="1">
                <a:solidFill>
                  <a:schemeClr val="tx1"/>
                </a:solidFill>
              </a:rPr>
              <a:t>Products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6797DC-BC21-112D-43DB-B4CA5D5A8F12}"/>
              </a:ext>
            </a:extLst>
          </p:cNvPr>
          <p:cNvSpPr/>
          <p:nvPr/>
        </p:nvSpPr>
        <p:spPr>
          <a:xfrm>
            <a:off x="201183" y="87938"/>
            <a:ext cx="4203177" cy="55564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SALES REPORT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0B245D-D3D3-C9D2-9D16-6D5E99002313}"/>
              </a:ext>
            </a:extLst>
          </p:cNvPr>
          <p:cNvSpPr/>
          <p:nvPr/>
        </p:nvSpPr>
        <p:spPr>
          <a:xfrm>
            <a:off x="206414" y="3933809"/>
            <a:ext cx="1417281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Age group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CA0C2C-D34D-7B58-3844-C0B9795B0DC9}"/>
              </a:ext>
            </a:extLst>
          </p:cNvPr>
          <p:cNvSpPr/>
          <p:nvPr/>
        </p:nvSpPr>
        <p:spPr>
          <a:xfrm>
            <a:off x="201178" y="4496111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Product cat.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302CD35-5B3D-2419-6A5B-F541371A8EA9}"/>
              </a:ext>
            </a:extLst>
          </p:cNvPr>
          <p:cNvSpPr/>
          <p:nvPr/>
        </p:nvSpPr>
        <p:spPr>
          <a:xfrm>
            <a:off x="201178" y="6126305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Baguet Script" panose="00000500000000000000" pitchFamily="2" charset="0"/>
              </a:rPr>
              <a:t>By AV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6A7A34-57B5-BEFD-5579-5B3A554FF899}"/>
              </a:ext>
            </a:extLst>
          </p:cNvPr>
          <p:cNvSpPr/>
          <p:nvPr/>
        </p:nvSpPr>
        <p:spPr>
          <a:xfrm>
            <a:off x="201178" y="2833537"/>
            <a:ext cx="1422517" cy="42100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Filters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633BDF-A5B4-F8F5-3340-089EC9996CCC}"/>
              </a:ext>
            </a:extLst>
          </p:cNvPr>
          <p:cNvSpPr/>
          <p:nvPr/>
        </p:nvSpPr>
        <p:spPr>
          <a:xfrm>
            <a:off x="201177" y="5062277"/>
            <a:ext cx="1422517" cy="421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Product </a:t>
            </a:r>
            <a:r>
              <a:rPr lang="fr-FR" sz="1400" dirty="0" err="1">
                <a:solidFill>
                  <a:schemeClr val="tx1"/>
                </a:solidFill>
              </a:rPr>
              <a:t>subcat</a:t>
            </a:r>
            <a:r>
              <a:rPr lang="fr-FR" sz="1400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4196CE-00B8-28B3-CC83-BC24BC2F8E3D}"/>
              </a:ext>
            </a:extLst>
          </p:cNvPr>
          <p:cNvGrpSpPr/>
          <p:nvPr/>
        </p:nvGrpSpPr>
        <p:grpSpPr>
          <a:xfrm>
            <a:off x="2768085" y="4923856"/>
            <a:ext cx="1562250" cy="1562250"/>
            <a:chOff x="2673125" y="4951905"/>
            <a:chExt cx="1562250" cy="1562250"/>
          </a:xfrm>
        </p:grpSpPr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AD969639-F8DB-0DA2-42E8-BB4BBB4606B7}"/>
                </a:ext>
              </a:extLst>
            </p:cNvPr>
            <p:cNvSpPr/>
            <p:nvPr/>
          </p:nvSpPr>
          <p:spPr>
            <a:xfrm>
              <a:off x="2673125" y="4951905"/>
              <a:ext cx="1562250" cy="1562250"/>
            </a:xfrm>
            <a:prstGeom prst="donut">
              <a:avLst>
                <a:gd name="adj" fmla="val 1229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1" name="Circle: Hollow 10">
              <a:extLst>
                <a:ext uri="{FF2B5EF4-FFF2-40B4-BE49-F238E27FC236}">
                  <a16:creationId xmlns:a16="http://schemas.microsoft.com/office/drawing/2014/main" id="{088AF670-F0CB-E4A6-24F8-E367D2227C7C}"/>
                </a:ext>
              </a:extLst>
            </p:cNvPr>
            <p:cNvSpPr/>
            <p:nvPr/>
          </p:nvSpPr>
          <p:spPr>
            <a:xfrm>
              <a:off x="2839055" y="5136917"/>
              <a:ext cx="1215094" cy="1215094"/>
            </a:xfrm>
            <a:prstGeom prst="donut">
              <a:avLst>
                <a:gd name="adj" fmla="val 12294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2C3FC-5CD4-46B4-AFF6-BFA64336D9A8}"/>
              </a:ext>
            </a:extLst>
          </p:cNvPr>
          <p:cNvSpPr/>
          <p:nvPr/>
        </p:nvSpPr>
        <p:spPr>
          <a:xfrm>
            <a:off x="7117080" y="2042159"/>
            <a:ext cx="4785360" cy="2136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D6D670-EDA9-0651-A09F-5F08DA12C939}"/>
              </a:ext>
            </a:extLst>
          </p:cNvPr>
          <p:cNvGrpSpPr/>
          <p:nvPr/>
        </p:nvGrpSpPr>
        <p:grpSpPr>
          <a:xfrm>
            <a:off x="7369181" y="2555529"/>
            <a:ext cx="4067798" cy="1282179"/>
            <a:chOff x="2444097" y="2555193"/>
            <a:chExt cx="5623133" cy="1282179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78AB10A-689B-56A4-CFC3-EF4626B4D9D3}"/>
                </a:ext>
              </a:extLst>
            </p:cNvPr>
            <p:cNvSpPr/>
            <p:nvPr/>
          </p:nvSpPr>
          <p:spPr>
            <a:xfrm>
              <a:off x="2521009" y="2555193"/>
              <a:ext cx="5546221" cy="898606"/>
            </a:xfrm>
            <a:custGeom>
              <a:avLst/>
              <a:gdLst>
                <a:gd name="csX0" fmla="*/ 0 w 5546221"/>
                <a:gd name="csY0" fmla="*/ 777667 h 898606"/>
                <a:gd name="csX1" fmla="*/ 965675 w 5546221"/>
                <a:gd name="csY1" fmla="*/ 282011 h 898606"/>
                <a:gd name="csX2" fmla="*/ 1059679 w 5546221"/>
                <a:gd name="csY2" fmla="*/ 273465 h 898606"/>
                <a:gd name="csX3" fmla="*/ 1888621 w 5546221"/>
                <a:gd name="csY3" fmla="*/ 897308 h 898606"/>
                <a:gd name="csX4" fmla="*/ 2375731 w 5546221"/>
                <a:gd name="csY4" fmla="*/ 692209 h 898606"/>
                <a:gd name="csX5" fmla="*/ 2948299 w 5546221"/>
                <a:gd name="csY5" fmla="*/ 504201 h 898606"/>
                <a:gd name="csX6" fmla="*/ 3187582 w 5546221"/>
                <a:gd name="csY6" fmla="*/ 606751 h 898606"/>
                <a:gd name="csX7" fmla="*/ 3649055 w 5546221"/>
                <a:gd name="csY7" fmla="*/ 427289 h 898606"/>
                <a:gd name="csX8" fmla="*/ 3828516 w 5546221"/>
                <a:gd name="csY8" fmla="*/ 367469 h 898606"/>
                <a:gd name="csX9" fmla="*/ 3905428 w 5546221"/>
                <a:gd name="csY9" fmla="*/ 393106 h 898606"/>
                <a:gd name="csX10" fmla="*/ 4298535 w 5546221"/>
                <a:gd name="csY10" fmla="*/ 418743 h 898606"/>
                <a:gd name="csX11" fmla="*/ 4854012 w 5546221"/>
                <a:gd name="csY11" fmla="*/ 341831 h 898606"/>
                <a:gd name="csX12" fmla="*/ 4922378 w 5546221"/>
                <a:gd name="csY12" fmla="*/ 282011 h 898606"/>
                <a:gd name="csX13" fmla="*/ 4948015 w 5546221"/>
                <a:gd name="csY13" fmla="*/ 264919 h 898606"/>
                <a:gd name="csX14" fmla="*/ 5110385 w 5546221"/>
                <a:gd name="csY14" fmla="*/ 205099 h 898606"/>
                <a:gd name="csX15" fmla="*/ 5221481 w 5546221"/>
                <a:gd name="csY15" fmla="*/ 136732 h 898606"/>
                <a:gd name="csX16" fmla="*/ 5383851 w 5546221"/>
                <a:gd name="csY16" fmla="*/ 68366 h 898606"/>
                <a:gd name="csX17" fmla="*/ 5494946 w 5546221"/>
                <a:gd name="csY17" fmla="*/ 34183 h 898606"/>
                <a:gd name="csX18" fmla="*/ 5546221 w 5546221"/>
                <a:gd name="csY18" fmla="*/ 0 h 898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546221" h="898606">
                  <a:moveTo>
                    <a:pt x="0" y="777667"/>
                  </a:moveTo>
                  <a:cubicBezTo>
                    <a:pt x="295225" y="593153"/>
                    <a:pt x="758273" y="300866"/>
                    <a:pt x="965675" y="282011"/>
                  </a:cubicBezTo>
                  <a:lnTo>
                    <a:pt x="1059679" y="273465"/>
                  </a:lnTo>
                  <a:cubicBezTo>
                    <a:pt x="1284501" y="550745"/>
                    <a:pt x="1464788" y="856292"/>
                    <a:pt x="1888621" y="897308"/>
                  </a:cubicBezTo>
                  <a:cubicBezTo>
                    <a:pt x="2063978" y="914278"/>
                    <a:pt x="2213361" y="760575"/>
                    <a:pt x="2375731" y="692209"/>
                  </a:cubicBezTo>
                  <a:cubicBezTo>
                    <a:pt x="3163725" y="23157"/>
                    <a:pt x="2618562" y="229420"/>
                    <a:pt x="2948299" y="504201"/>
                  </a:cubicBezTo>
                  <a:cubicBezTo>
                    <a:pt x="3014963" y="559755"/>
                    <a:pt x="3107821" y="572568"/>
                    <a:pt x="3187582" y="606751"/>
                  </a:cubicBezTo>
                  <a:lnTo>
                    <a:pt x="3649055" y="427289"/>
                  </a:lnTo>
                  <a:cubicBezTo>
                    <a:pt x="3708129" y="405235"/>
                    <a:pt x="3766013" y="375803"/>
                    <a:pt x="3828516" y="367469"/>
                  </a:cubicBezTo>
                  <a:cubicBezTo>
                    <a:pt x="3855303" y="363897"/>
                    <a:pt x="3878563" y="390175"/>
                    <a:pt x="3905428" y="393106"/>
                  </a:cubicBezTo>
                  <a:cubicBezTo>
                    <a:pt x="4035968" y="407346"/>
                    <a:pt x="4167499" y="410197"/>
                    <a:pt x="4298535" y="418743"/>
                  </a:cubicBezTo>
                  <a:cubicBezTo>
                    <a:pt x="4402290" y="409721"/>
                    <a:pt x="4711286" y="405264"/>
                    <a:pt x="4854012" y="341831"/>
                  </a:cubicBezTo>
                  <a:cubicBezTo>
                    <a:pt x="4881683" y="329533"/>
                    <a:pt x="4898942" y="301186"/>
                    <a:pt x="4922378" y="282011"/>
                  </a:cubicBezTo>
                  <a:cubicBezTo>
                    <a:pt x="4930327" y="275507"/>
                    <a:pt x="4938509" y="268808"/>
                    <a:pt x="4948015" y="264919"/>
                  </a:cubicBezTo>
                  <a:cubicBezTo>
                    <a:pt x="5001400" y="243080"/>
                    <a:pt x="5058158" y="229580"/>
                    <a:pt x="5110385" y="205099"/>
                  </a:cubicBezTo>
                  <a:cubicBezTo>
                    <a:pt x="5149756" y="186644"/>
                    <a:pt x="5183627" y="158128"/>
                    <a:pt x="5221481" y="136732"/>
                  </a:cubicBezTo>
                  <a:cubicBezTo>
                    <a:pt x="5327374" y="76879"/>
                    <a:pt x="5279895" y="108349"/>
                    <a:pt x="5383851" y="68366"/>
                  </a:cubicBezTo>
                  <a:cubicBezTo>
                    <a:pt x="5482505" y="30422"/>
                    <a:pt x="5321115" y="72811"/>
                    <a:pt x="5494946" y="34183"/>
                  </a:cubicBezTo>
                  <a:cubicBezTo>
                    <a:pt x="5526954" y="2175"/>
                    <a:pt x="5509118" y="12367"/>
                    <a:pt x="5546221" y="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81DD79A-9C02-9366-BF21-92D31669817E}"/>
                </a:ext>
              </a:extLst>
            </p:cNvPr>
            <p:cNvSpPr/>
            <p:nvPr/>
          </p:nvSpPr>
          <p:spPr>
            <a:xfrm>
              <a:off x="2444097" y="2956845"/>
              <a:ext cx="5571858" cy="418744"/>
            </a:xfrm>
            <a:custGeom>
              <a:avLst/>
              <a:gdLst>
                <a:gd name="csX0" fmla="*/ 0 w 5571858"/>
                <a:gd name="csY0" fmla="*/ 76912 h 418744"/>
                <a:gd name="csX1" fmla="*/ 495656 w 5571858"/>
                <a:gd name="csY1" fmla="*/ 111095 h 418744"/>
                <a:gd name="csX2" fmla="*/ 769122 w 5571858"/>
                <a:gd name="csY2" fmla="*/ 170916 h 418744"/>
                <a:gd name="csX3" fmla="*/ 897309 w 5571858"/>
                <a:gd name="csY3" fmla="*/ 290557 h 418744"/>
                <a:gd name="csX4" fmla="*/ 999858 w 5571858"/>
                <a:gd name="csY4" fmla="*/ 299103 h 418744"/>
                <a:gd name="csX5" fmla="*/ 1410056 w 5571858"/>
                <a:gd name="csY5" fmla="*/ 222191 h 418744"/>
                <a:gd name="csX6" fmla="*/ 1777525 w 5571858"/>
                <a:gd name="csY6" fmla="*/ 307648 h 418744"/>
                <a:gd name="csX7" fmla="*/ 1897167 w 5571858"/>
                <a:gd name="csY7" fmla="*/ 282011 h 418744"/>
                <a:gd name="csX8" fmla="*/ 2196269 w 5571858"/>
                <a:gd name="csY8" fmla="*/ 170916 h 418744"/>
                <a:gd name="csX9" fmla="*/ 2384277 w 5571858"/>
                <a:gd name="csY9" fmla="*/ 222191 h 418744"/>
                <a:gd name="csX10" fmla="*/ 2691925 w 5571858"/>
                <a:gd name="csY10" fmla="*/ 324740 h 418744"/>
                <a:gd name="csX11" fmla="*/ 2879933 w 5571858"/>
                <a:gd name="csY11" fmla="*/ 358923 h 418744"/>
                <a:gd name="csX12" fmla="*/ 3144853 w 5571858"/>
                <a:gd name="csY12" fmla="*/ 273465 h 418744"/>
                <a:gd name="csX13" fmla="*/ 3298677 w 5571858"/>
                <a:gd name="csY13" fmla="*/ 256374 h 418744"/>
                <a:gd name="csX14" fmla="*/ 3401226 w 5571858"/>
                <a:gd name="csY14" fmla="*/ 273465 h 418744"/>
                <a:gd name="csX15" fmla="*/ 3589234 w 5571858"/>
                <a:gd name="csY15" fmla="*/ 324740 h 418744"/>
                <a:gd name="csX16" fmla="*/ 4375447 w 5571858"/>
                <a:gd name="csY16" fmla="*/ 401652 h 418744"/>
                <a:gd name="csX17" fmla="*/ 4546363 w 5571858"/>
                <a:gd name="csY17" fmla="*/ 418744 h 418744"/>
                <a:gd name="csX18" fmla="*/ 4777099 w 5571858"/>
                <a:gd name="csY18" fmla="*/ 350377 h 418744"/>
                <a:gd name="csX19" fmla="*/ 4922378 w 5571858"/>
                <a:gd name="csY19" fmla="*/ 290557 h 418744"/>
                <a:gd name="csX20" fmla="*/ 5118931 w 5571858"/>
                <a:gd name="csY20" fmla="*/ 299103 h 418744"/>
                <a:gd name="csX21" fmla="*/ 5366759 w 5571858"/>
                <a:gd name="csY21" fmla="*/ 324740 h 418744"/>
                <a:gd name="csX22" fmla="*/ 5512038 w 5571858"/>
                <a:gd name="csY22" fmla="*/ 170916 h 418744"/>
                <a:gd name="csX23" fmla="*/ 5529129 w 5571858"/>
                <a:gd name="csY23" fmla="*/ 119641 h 418744"/>
                <a:gd name="csX24" fmla="*/ 5554767 w 5571858"/>
                <a:gd name="csY24" fmla="*/ 17091 h 418744"/>
                <a:gd name="csX25" fmla="*/ 5571858 w 5571858"/>
                <a:gd name="csY25" fmla="*/ 0 h 418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571858" h="418744">
                  <a:moveTo>
                    <a:pt x="0" y="76912"/>
                  </a:moveTo>
                  <a:cubicBezTo>
                    <a:pt x="224289" y="121771"/>
                    <a:pt x="-318235" y="15343"/>
                    <a:pt x="495656" y="111095"/>
                  </a:cubicBezTo>
                  <a:cubicBezTo>
                    <a:pt x="588328" y="121998"/>
                    <a:pt x="677967" y="150976"/>
                    <a:pt x="769122" y="170916"/>
                  </a:cubicBezTo>
                  <a:cubicBezTo>
                    <a:pt x="807879" y="222592"/>
                    <a:pt x="830232" y="268198"/>
                    <a:pt x="897309" y="290557"/>
                  </a:cubicBezTo>
                  <a:cubicBezTo>
                    <a:pt x="929850" y="301404"/>
                    <a:pt x="965675" y="296254"/>
                    <a:pt x="999858" y="299103"/>
                  </a:cubicBezTo>
                  <a:cubicBezTo>
                    <a:pt x="1115029" y="267693"/>
                    <a:pt x="1289488" y="209960"/>
                    <a:pt x="1410056" y="222191"/>
                  </a:cubicBezTo>
                  <a:cubicBezTo>
                    <a:pt x="1535172" y="234884"/>
                    <a:pt x="1777525" y="307648"/>
                    <a:pt x="1777525" y="307648"/>
                  </a:cubicBezTo>
                  <a:cubicBezTo>
                    <a:pt x="1817406" y="299102"/>
                    <a:pt x="1858706" y="295585"/>
                    <a:pt x="1897167" y="282011"/>
                  </a:cubicBezTo>
                  <a:cubicBezTo>
                    <a:pt x="2346065" y="123577"/>
                    <a:pt x="1839493" y="266056"/>
                    <a:pt x="2196269" y="170916"/>
                  </a:cubicBezTo>
                  <a:cubicBezTo>
                    <a:pt x="2258938" y="188008"/>
                    <a:pt x="2322238" y="202937"/>
                    <a:pt x="2384277" y="222191"/>
                  </a:cubicBezTo>
                  <a:cubicBezTo>
                    <a:pt x="2487516" y="254231"/>
                    <a:pt x="2587721" y="295994"/>
                    <a:pt x="2691925" y="324740"/>
                  </a:cubicBezTo>
                  <a:cubicBezTo>
                    <a:pt x="2753328" y="341679"/>
                    <a:pt x="2817264" y="347529"/>
                    <a:pt x="2879933" y="358923"/>
                  </a:cubicBezTo>
                  <a:cubicBezTo>
                    <a:pt x="3117428" y="337332"/>
                    <a:pt x="2783870" y="377959"/>
                    <a:pt x="3144853" y="273465"/>
                  </a:cubicBezTo>
                  <a:cubicBezTo>
                    <a:pt x="3194409" y="259120"/>
                    <a:pt x="3247402" y="262071"/>
                    <a:pt x="3298677" y="256374"/>
                  </a:cubicBezTo>
                  <a:cubicBezTo>
                    <a:pt x="3332860" y="262071"/>
                    <a:pt x="3367493" y="265528"/>
                    <a:pt x="3401226" y="273465"/>
                  </a:cubicBezTo>
                  <a:cubicBezTo>
                    <a:pt x="3464457" y="288343"/>
                    <a:pt x="3524831" y="316266"/>
                    <a:pt x="3589234" y="324740"/>
                  </a:cubicBezTo>
                  <a:cubicBezTo>
                    <a:pt x="3850306" y="359092"/>
                    <a:pt x="4113386" y="375914"/>
                    <a:pt x="4375447" y="401652"/>
                  </a:cubicBezTo>
                  <a:lnTo>
                    <a:pt x="4546363" y="418744"/>
                  </a:lnTo>
                  <a:cubicBezTo>
                    <a:pt x="4628859" y="399333"/>
                    <a:pt x="4702588" y="389594"/>
                    <a:pt x="4777099" y="350377"/>
                  </a:cubicBezTo>
                  <a:cubicBezTo>
                    <a:pt x="4906699" y="282166"/>
                    <a:pt x="4798408" y="306053"/>
                    <a:pt x="4922378" y="290557"/>
                  </a:cubicBezTo>
                  <a:cubicBezTo>
                    <a:pt x="4987896" y="293406"/>
                    <a:pt x="5053497" y="294741"/>
                    <a:pt x="5118931" y="299103"/>
                  </a:cubicBezTo>
                  <a:cubicBezTo>
                    <a:pt x="5260807" y="308561"/>
                    <a:pt x="5265831" y="310321"/>
                    <a:pt x="5366759" y="324740"/>
                  </a:cubicBezTo>
                  <a:cubicBezTo>
                    <a:pt x="5427488" y="270084"/>
                    <a:pt x="5470106" y="240803"/>
                    <a:pt x="5512038" y="170916"/>
                  </a:cubicBezTo>
                  <a:cubicBezTo>
                    <a:pt x="5521307" y="155467"/>
                    <a:pt x="5523432" y="136733"/>
                    <a:pt x="5529129" y="119641"/>
                  </a:cubicBezTo>
                  <a:cubicBezTo>
                    <a:pt x="5536265" y="55415"/>
                    <a:pt x="5524379" y="55076"/>
                    <a:pt x="5554767" y="17091"/>
                  </a:cubicBezTo>
                  <a:cubicBezTo>
                    <a:pt x="5559800" y="10800"/>
                    <a:pt x="5566161" y="5697"/>
                    <a:pt x="5571858" y="0"/>
                  </a:cubicBezTo>
                </a:path>
              </a:pathLst>
            </a:custGeom>
            <a:noFill/>
            <a:ln>
              <a:solidFill>
                <a:srgbClr val="236A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1F4DAB-E0E0-BA31-3041-BD94E422C526}"/>
                </a:ext>
              </a:extLst>
            </p:cNvPr>
            <p:cNvSpPr/>
            <p:nvPr/>
          </p:nvSpPr>
          <p:spPr>
            <a:xfrm>
              <a:off x="2709017" y="2657742"/>
              <a:ext cx="5281301" cy="1179630"/>
            </a:xfrm>
            <a:custGeom>
              <a:avLst/>
              <a:gdLst>
                <a:gd name="csX0" fmla="*/ 0 w 5281301"/>
                <a:gd name="csY0" fmla="*/ 974221 h 1179630"/>
                <a:gd name="csX1" fmla="*/ 709301 w 5281301"/>
                <a:gd name="csY1" fmla="*/ 1110953 h 1179630"/>
                <a:gd name="csX2" fmla="*/ 803304 w 5281301"/>
                <a:gd name="csY2" fmla="*/ 1179320 h 1179630"/>
                <a:gd name="csX3" fmla="*/ 957129 w 5281301"/>
                <a:gd name="csY3" fmla="*/ 1076770 h 1179630"/>
                <a:gd name="csX4" fmla="*/ 1153682 w 5281301"/>
                <a:gd name="csY4" fmla="*/ 777667 h 1179630"/>
                <a:gd name="csX5" fmla="*/ 1239140 w 5281301"/>
                <a:gd name="csY5" fmla="*/ 384561 h 1179630"/>
                <a:gd name="csX6" fmla="*/ 1247686 w 5281301"/>
                <a:gd name="csY6" fmla="*/ 145279 h 1179630"/>
                <a:gd name="csX7" fmla="*/ 1290415 w 5281301"/>
                <a:gd name="csY7" fmla="*/ 0 h 1179630"/>
                <a:gd name="csX8" fmla="*/ 1307506 w 5281301"/>
                <a:gd name="csY8" fmla="*/ 521294 h 1179630"/>
                <a:gd name="csX9" fmla="*/ 1358781 w 5281301"/>
                <a:gd name="csY9" fmla="*/ 726393 h 1179630"/>
                <a:gd name="csX10" fmla="*/ 1427147 w 5281301"/>
                <a:gd name="csY10" fmla="*/ 931492 h 1179630"/>
                <a:gd name="csX11" fmla="*/ 1461331 w 5281301"/>
                <a:gd name="csY11" fmla="*/ 1025495 h 1179630"/>
                <a:gd name="csX12" fmla="*/ 1529697 w 5281301"/>
                <a:gd name="csY12" fmla="*/ 1016950 h 1179630"/>
                <a:gd name="csX13" fmla="*/ 1640792 w 5281301"/>
                <a:gd name="csY13" fmla="*/ 948583 h 1179630"/>
                <a:gd name="csX14" fmla="*/ 1692067 w 5281301"/>
                <a:gd name="csY14" fmla="*/ 1068224 h 1179630"/>
                <a:gd name="csX15" fmla="*/ 1751888 w 5281301"/>
                <a:gd name="csY15" fmla="*/ 1093862 h 1179630"/>
                <a:gd name="csX16" fmla="*/ 1905712 w 5281301"/>
                <a:gd name="csY16" fmla="*/ 1085316 h 1179630"/>
                <a:gd name="csX17" fmla="*/ 1956987 w 5281301"/>
                <a:gd name="csY17" fmla="*/ 1128045 h 1179630"/>
                <a:gd name="csX18" fmla="*/ 2110811 w 5281301"/>
                <a:gd name="csY18" fmla="*/ 1059679 h 1179630"/>
                <a:gd name="csX19" fmla="*/ 2187723 w 5281301"/>
                <a:gd name="csY19" fmla="*/ 999858 h 1179630"/>
                <a:gd name="csX20" fmla="*/ 2221906 w 5281301"/>
                <a:gd name="csY20" fmla="*/ 1025495 h 1179630"/>
                <a:gd name="csX21" fmla="*/ 2290273 w 5281301"/>
                <a:gd name="csY21" fmla="*/ 1051133 h 1179630"/>
                <a:gd name="csX22" fmla="*/ 2495372 w 5281301"/>
                <a:gd name="csY22" fmla="*/ 1025495 h 1179630"/>
                <a:gd name="csX23" fmla="*/ 2521009 w 5281301"/>
                <a:gd name="csY23" fmla="*/ 940037 h 1179630"/>
                <a:gd name="csX24" fmla="*/ 2529555 w 5281301"/>
                <a:gd name="csY24" fmla="*/ 290557 h 1179630"/>
                <a:gd name="csX25" fmla="*/ 2546647 w 5281301"/>
                <a:gd name="csY25" fmla="*/ 145279 h 1179630"/>
                <a:gd name="csX26" fmla="*/ 2572284 w 5281301"/>
                <a:gd name="csY26" fmla="*/ 42729 h 1179630"/>
                <a:gd name="csX27" fmla="*/ 2572284 w 5281301"/>
                <a:gd name="csY27" fmla="*/ 854579 h 1179630"/>
                <a:gd name="csX28" fmla="*/ 2785929 w 5281301"/>
                <a:gd name="csY28" fmla="*/ 1016950 h 1179630"/>
                <a:gd name="csX29" fmla="*/ 2845749 w 5281301"/>
                <a:gd name="csY29" fmla="*/ 982766 h 1179630"/>
                <a:gd name="csX30" fmla="*/ 3196127 w 5281301"/>
                <a:gd name="csY30" fmla="*/ 871671 h 1179630"/>
                <a:gd name="csX31" fmla="*/ 3281585 w 5281301"/>
                <a:gd name="csY31" fmla="*/ 922946 h 1179630"/>
                <a:gd name="csX32" fmla="*/ 3426863 w 5281301"/>
                <a:gd name="csY32" fmla="*/ 931492 h 1179630"/>
                <a:gd name="csX33" fmla="*/ 3537959 w 5281301"/>
                <a:gd name="csY33" fmla="*/ 940037 h 1179630"/>
                <a:gd name="csX34" fmla="*/ 3563596 w 5281301"/>
                <a:gd name="csY34" fmla="*/ 948583 h 1179630"/>
                <a:gd name="csX35" fmla="*/ 3794333 w 5281301"/>
                <a:gd name="csY35" fmla="*/ 546931 h 1179630"/>
                <a:gd name="csX36" fmla="*/ 3828516 w 5281301"/>
                <a:gd name="csY36" fmla="*/ 427290 h 1179630"/>
                <a:gd name="csX37" fmla="*/ 4093435 w 5281301"/>
                <a:gd name="csY37" fmla="*/ 222191 h 1179630"/>
                <a:gd name="csX38" fmla="*/ 4178893 w 5281301"/>
                <a:gd name="csY38" fmla="*/ 94004 h 1179630"/>
                <a:gd name="csX39" fmla="*/ 4195985 w 5281301"/>
                <a:gd name="csY39" fmla="*/ 51275 h 1179630"/>
                <a:gd name="csX40" fmla="*/ 4110527 w 5281301"/>
                <a:gd name="csY40" fmla="*/ 307649 h 1179630"/>
                <a:gd name="csX41" fmla="*/ 4025069 w 5281301"/>
                <a:gd name="csY41" fmla="*/ 683664 h 1179630"/>
                <a:gd name="csX42" fmla="*/ 4042161 w 5281301"/>
                <a:gd name="csY42" fmla="*/ 1042587 h 1179630"/>
                <a:gd name="csX43" fmla="*/ 4084890 w 5281301"/>
                <a:gd name="csY43" fmla="*/ 1136591 h 1179630"/>
                <a:gd name="csX44" fmla="*/ 4187439 w 5281301"/>
                <a:gd name="csY44" fmla="*/ 1153682 h 1179630"/>
                <a:gd name="csX45" fmla="*/ 4503633 w 5281301"/>
                <a:gd name="csY45" fmla="*/ 1145137 h 1179630"/>
                <a:gd name="csX46" fmla="*/ 4700187 w 5281301"/>
                <a:gd name="csY46" fmla="*/ 1119499 h 1179630"/>
                <a:gd name="csX47" fmla="*/ 4760007 w 5281301"/>
                <a:gd name="csY47" fmla="*/ 1093862 h 1179630"/>
                <a:gd name="csX48" fmla="*/ 4896740 w 5281301"/>
                <a:gd name="csY48" fmla="*/ 1034041 h 1179630"/>
                <a:gd name="csX49" fmla="*/ 5067656 w 5281301"/>
                <a:gd name="csY49" fmla="*/ 1025495 h 1179630"/>
                <a:gd name="csX50" fmla="*/ 5161660 w 5281301"/>
                <a:gd name="csY50" fmla="*/ 999858 h 1179630"/>
                <a:gd name="csX51" fmla="*/ 5195843 w 5281301"/>
                <a:gd name="csY51" fmla="*/ 974221 h 1179630"/>
                <a:gd name="csX52" fmla="*/ 5281301 w 5281301"/>
                <a:gd name="csY52" fmla="*/ 965675 h 11796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5281301" h="1179630">
                  <a:moveTo>
                    <a:pt x="0" y="974221"/>
                  </a:moveTo>
                  <a:cubicBezTo>
                    <a:pt x="236434" y="1019798"/>
                    <a:pt x="475999" y="1051386"/>
                    <a:pt x="709301" y="1110953"/>
                  </a:cubicBezTo>
                  <a:cubicBezTo>
                    <a:pt x="746842" y="1120538"/>
                    <a:pt x="764922" y="1184614"/>
                    <a:pt x="803304" y="1179320"/>
                  </a:cubicBezTo>
                  <a:cubicBezTo>
                    <a:pt x="864351" y="1170900"/>
                    <a:pt x="905854" y="1110953"/>
                    <a:pt x="957129" y="1076770"/>
                  </a:cubicBezTo>
                  <a:cubicBezTo>
                    <a:pt x="1022647" y="977069"/>
                    <a:pt x="1098920" y="883658"/>
                    <a:pt x="1153682" y="777667"/>
                  </a:cubicBezTo>
                  <a:cubicBezTo>
                    <a:pt x="1228323" y="633201"/>
                    <a:pt x="1224634" y="536867"/>
                    <a:pt x="1239140" y="384561"/>
                  </a:cubicBezTo>
                  <a:cubicBezTo>
                    <a:pt x="1241989" y="304800"/>
                    <a:pt x="1238251" y="224531"/>
                    <a:pt x="1247686" y="145279"/>
                  </a:cubicBezTo>
                  <a:cubicBezTo>
                    <a:pt x="1251081" y="116759"/>
                    <a:pt x="1275977" y="43314"/>
                    <a:pt x="1290415" y="0"/>
                  </a:cubicBezTo>
                  <a:cubicBezTo>
                    <a:pt x="1296112" y="173765"/>
                    <a:pt x="1291215" y="348201"/>
                    <a:pt x="1307506" y="521294"/>
                  </a:cubicBezTo>
                  <a:cubicBezTo>
                    <a:pt x="1314109" y="591454"/>
                    <a:pt x="1340520" y="658330"/>
                    <a:pt x="1358781" y="726393"/>
                  </a:cubicBezTo>
                  <a:cubicBezTo>
                    <a:pt x="1396162" y="865721"/>
                    <a:pt x="1386556" y="836778"/>
                    <a:pt x="1427147" y="931492"/>
                  </a:cubicBezTo>
                  <a:cubicBezTo>
                    <a:pt x="1429297" y="946539"/>
                    <a:pt x="1429555" y="1016829"/>
                    <a:pt x="1461331" y="1025495"/>
                  </a:cubicBezTo>
                  <a:cubicBezTo>
                    <a:pt x="1483488" y="1031538"/>
                    <a:pt x="1506908" y="1019798"/>
                    <a:pt x="1529697" y="1016950"/>
                  </a:cubicBezTo>
                  <a:cubicBezTo>
                    <a:pt x="1566729" y="994161"/>
                    <a:pt x="1599328" y="935489"/>
                    <a:pt x="1640792" y="948583"/>
                  </a:cubicBezTo>
                  <a:cubicBezTo>
                    <a:pt x="1682167" y="961648"/>
                    <a:pt x="1665711" y="1033758"/>
                    <a:pt x="1692067" y="1068224"/>
                  </a:cubicBezTo>
                  <a:cubicBezTo>
                    <a:pt x="1705245" y="1085457"/>
                    <a:pt x="1731948" y="1085316"/>
                    <a:pt x="1751888" y="1093862"/>
                  </a:cubicBezTo>
                  <a:cubicBezTo>
                    <a:pt x="1821470" y="1074884"/>
                    <a:pt x="1843030" y="1051564"/>
                    <a:pt x="1905712" y="1085316"/>
                  </a:cubicBezTo>
                  <a:cubicBezTo>
                    <a:pt x="1925301" y="1095864"/>
                    <a:pt x="1939895" y="1113802"/>
                    <a:pt x="1956987" y="1128045"/>
                  </a:cubicBezTo>
                  <a:cubicBezTo>
                    <a:pt x="2008262" y="1105256"/>
                    <a:pt x="2061761" y="1086929"/>
                    <a:pt x="2110811" y="1059679"/>
                  </a:cubicBezTo>
                  <a:cubicBezTo>
                    <a:pt x="2139203" y="1043906"/>
                    <a:pt x="2156680" y="1009410"/>
                    <a:pt x="2187723" y="999858"/>
                  </a:cubicBezTo>
                  <a:cubicBezTo>
                    <a:pt x="2201336" y="995669"/>
                    <a:pt x="2209167" y="1019125"/>
                    <a:pt x="2221906" y="1025495"/>
                  </a:cubicBezTo>
                  <a:cubicBezTo>
                    <a:pt x="2243675" y="1036380"/>
                    <a:pt x="2267484" y="1042587"/>
                    <a:pt x="2290273" y="1051133"/>
                  </a:cubicBezTo>
                  <a:cubicBezTo>
                    <a:pt x="2358639" y="1042587"/>
                    <a:pt x="2433295" y="1055384"/>
                    <a:pt x="2495372" y="1025495"/>
                  </a:cubicBezTo>
                  <a:cubicBezTo>
                    <a:pt x="2522168" y="1012593"/>
                    <a:pt x="2519627" y="969745"/>
                    <a:pt x="2521009" y="940037"/>
                  </a:cubicBezTo>
                  <a:cubicBezTo>
                    <a:pt x="2531068" y="723759"/>
                    <a:pt x="2522574" y="506957"/>
                    <a:pt x="2529555" y="290557"/>
                  </a:cubicBezTo>
                  <a:cubicBezTo>
                    <a:pt x="2531127" y="241822"/>
                    <a:pt x="2539233" y="193472"/>
                    <a:pt x="2546647" y="145279"/>
                  </a:cubicBezTo>
                  <a:cubicBezTo>
                    <a:pt x="2554811" y="92216"/>
                    <a:pt x="2559165" y="82085"/>
                    <a:pt x="2572284" y="42729"/>
                  </a:cubicBezTo>
                  <a:cubicBezTo>
                    <a:pt x="2569676" y="109244"/>
                    <a:pt x="2531848" y="760229"/>
                    <a:pt x="2572284" y="854579"/>
                  </a:cubicBezTo>
                  <a:cubicBezTo>
                    <a:pt x="2607519" y="936795"/>
                    <a:pt x="2785929" y="1016950"/>
                    <a:pt x="2785929" y="1016950"/>
                  </a:cubicBezTo>
                  <a:cubicBezTo>
                    <a:pt x="2824061" y="978817"/>
                    <a:pt x="2795770" y="998315"/>
                    <a:pt x="2845749" y="982766"/>
                  </a:cubicBezTo>
                  <a:lnTo>
                    <a:pt x="3196127" y="871671"/>
                  </a:lnTo>
                  <a:cubicBezTo>
                    <a:pt x="3224613" y="888763"/>
                    <a:pt x="3249428" y="914609"/>
                    <a:pt x="3281585" y="922946"/>
                  </a:cubicBezTo>
                  <a:cubicBezTo>
                    <a:pt x="3328542" y="935120"/>
                    <a:pt x="3378461" y="928265"/>
                    <a:pt x="3426863" y="931492"/>
                  </a:cubicBezTo>
                  <a:cubicBezTo>
                    <a:pt x="3463922" y="933963"/>
                    <a:pt x="3500927" y="937189"/>
                    <a:pt x="3537959" y="940037"/>
                  </a:cubicBezTo>
                  <a:cubicBezTo>
                    <a:pt x="3546505" y="942886"/>
                    <a:pt x="3557611" y="955316"/>
                    <a:pt x="3563596" y="948583"/>
                  </a:cubicBezTo>
                  <a:cubicBezTo>
                    <a:pt x="3649858" y="851538"/>
                    <a:pt x="3747605" y="655962"/>
                    <a:pt x="3794333" y="546931"/>
                  </a:cubicBezTo>
                  <a:cubicBezTo>
                    <a:pt x="3810671" y="508808"/>
                    <a:pt x="3808107" y="463398"/>
                    <a:pt x="3828516" y="427290"/>
                  </a:cubicBezTo>
                  <a:cubicBezTo>
                    <a:pt x="3866714" y="359709"/>
                    <a:pt x="4068665" y="239080"/>
                    <a:pt x="4093435" y="222191"/>
                  </a:cubicBezTo>
                  <a:cubicBezTo>
                    <a:pt x="4121921" y="179462"/>
                    <a:pt x="4152472" y="138040"/>
                    <a:pt x="4178893" y="94004"/>
                  </a:cubicBezTo>
                  <a:cubicBezTo>
                    <a:pt x="4186786" y="80850"/>
                    <a:pt x="4200660" y="36665"/>
                    <a:pt x="4195985" y="51275"/>
                  </a:cubicBezTo>
                  <a:cubicBezTo>
                    <a:pt x="4168531" y="137070"/>
                    <a:pt x="4135864" y="221205"/>
                    <a:pt x="4110527" y="307649"/>
                  </a:cubicBezTo>
                  <a:cubicBezTo>
                    <a:pt x="4061213" y="475898"/>
                    <a:pt x="4053587" y="531563"/>
                    <a:pt x="4025069" y="683664"/>
                  </a:cubicBezTo>
                  <a:cubicBezTo>
                    <a:pt x="4030766" y="803305"/>
                    <a:pt x="4026478" y="923842"/>
                    <a:pt x="4042161" y="1042587"/>
                  </a:cubicBezTo>
                  <a:cubicBezTo>
                    <a:pt x="4046668" y="1076710"/>
                    <a:pt x="4057548" y="1115683"/>
                    <a:pt x="4084890" y="1136591"/>
                  </a:cubicBezTo>
                  <a:cubicBezTo>
                    <a:pt x="4112418" y="1157642"/>
                    <a:pt x="4153256" y="1147985"/>
                    <a:pt x="4187439" y="1153682"/>
                  </a:cubicBezTo>
                  <a:cubicBezTo>
                    <a:pt x="4438726" y="1081886"/>
                    <a:pt x="4157443" y="1145137"/>
                    <a:pt x="4503633" y="1145137"/>
                  </a:cubicBezTo>
                  <a:cubicBezTo>
                    <a:pt x="4569706" y="1145137"/>
                    <a:pt x="4634669" y="1128045"/>
                    <a:pt x="4700187" y="1119499"/>
                  </a:cubicBezTo>
                  <a:cubicBezTo>
                    <a:pt x="4720127" y="1110953"/>
                    <a:pt x="4740603" y="1103564"/>
                    <a:pt x="4760007" y="1093862"/>
                  </a:cubicBezTo>
                  <a:cubicBezTo>
                    <a:pt x="4814451" y="1066640"/>
                    <a:pt x="4831976" y="1042974"/>
                    <a:pt x="4896740" y="1034041"/>
                  </a:cubicBezTo>
                  <a:cubicBezTo>
                    <a:pt x="4953248" y="1026247"/>
                    <a:pt x="5010684" y="1028344"/>
                    <a:pt x="5067656" y="1025495"/>
                  </a:cubicBezTo>
                  <a:cubicBezTo>
                    <a:pt x="5107491" y="1018857"/>
                    <a:pt x="5126368" y="1019465"/>
                    <a:pt x="5161660" y="999858"/>
                  </a:cubicBezTo>
                  <a:cubicBezTo>
                    <a:pt x="5174110" y="992941"/>
                    <a:pt x="5183104" y="980591"/>
                    <a:pt x="5195843" y="974221"/>
                  </a:cubicBezTo>
                  <a:cubicBezTo>
                    <a:pt x="5221226" y="961530"/>
                    <a:pt x="5255217" y="965675"/>
                    <a:pt x="5281301" y="9656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8003B84-59FD-791F-096F-7481D56225CE}"/>
              </a:ext>
            </a:extLst>
          </p:cNvPr>
          <p:cNvSpPr txBox="1"/>
          <p:nvPr/>
        </p:nvSpPr>
        <p:spPr>
          <a:xfrm>
            <a:off x="7120711" y="2059415"/>
            <a:ext cx="445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Cost</a:t>
            </a:r>
            <a:r>
              <a:rPr lang="fr-FR" dirty="0"/>
              <a:t> by segment over time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F71FD28-2912-C433-876B-9DBA647B40A2}"/>
              </a:ext>
            </a:extLst>
          </p:cNvPr>
          <p:cNvGrpSpPr/>
          <p:nvPr/>
        </p:nvGrpSpPr>
        <p:grpSpPr>
          <a:xfrm>
            <a:off x="5669137" y="4987259"/>
            <a:ext cx="2580830" cy="1412950"/>
            <a:chOff x="9067088" y="2709017"/>
            <a:chExt cx="2580830" cy="362779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3DA0B8B-F24C-55DA-8482-FE756701F387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12DDCB6-460A-F580-352C-423789CB8BB6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4A3901-6CD1-23A0-E5AB-388FBA49A68B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56435CD-A199-B9A4-DDC5-D8C9C0A44DDA}"/>
                </a:ext>
              </a:extLst>
            </p:cNvPr>
            <p:cNvSpPr/>
            <p:nvPr/>
          </p:nvSpPr>
          <p:spPr>
            <a:xfrm>
              <a:off x="9067088" y="4323571"/>
              <a:ext cx="1606609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2E32690-C91E-44BB-F53B-4F63F0B534A4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EE507C2-AF31-3A53-8B02-47EC6860A373}"/>
                </a:ext>
              </a:extLst>
            </p:cNvPr>
            <p:cNvSpPr/>
            <p:nvPr/>
          </p:nvSpPr>
          <p:spPr>
            <a:xfrm>
              <a:off x="9067088" y="5363697"/>
              <a:ext cx="709301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A44821-C95F-BC62-A05D-AF3A554EC8C2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8207D3-8D21-F1ED-3770-89BD390B4E66}"/>
              </a:ext>
            </a:extLst>
          </p:cNvPr>
          <p:cNvGrpSpPr/>
          <p:nvPr/>
        </p:nvGrpSpPr>
        <p:grpSpPr>
          <a:xfrm rot="16200000">
            <a:off x="3829135" y="1299416"/>
            <a:ext cx="1307013" cy="4024328"/>
            <a:chOff x="9067088" y="2709017"/>
            <a:chExt cx="2580835" cy="362779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4D32F75-A857-F389-8961-87466216D63D}"/>
                </a:ext>
              </a:extLst>
            </p:cNvPr>
            <p:cNvSpPr/>
            <p:nvPr/>
          </p:nvSpPr>
          <p:spPr>
            <a:xfrm>
              <a:off x="9067088" y="2709017"/>
              <a:ext cx="25808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D310EC-7AEE-CDAB-E6F4-542AB77925F9}"/>
                </a:ext>
              </a:extLst>
            </p:cNvPr>
            <p:cNvSpPr/>
            <p:nvPr/>
          </p:nvSpPr>
          <p:spPr>
            <a:xfrm>
              <a:off x="9067088" y="3191210"/>
              <a:ext cx="2221906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D14E9A-496D-EB2C-1F57-24D23365B27D}"/>
                </a:ext>
              </a:extLst>
            </p:cNvPr>
            <p:cNvSpPr/>
            <p:nvPr/>
          </p:nvSpPr>
          <p:spPr>
            <a:xfrm>
              <a:off x="9067088" y="3749143"/>
              <a:ext cx="199117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72E9D55-B5F0-5EAF-C91A-2E328F2A77BF}"/>
                </a:ext>
              </a:extLst>
            </p:cNvPr>
            <p:cNvSpPr/>
            <p:nvPr/>
          </p:nvSpPr>
          <p:spPr>
            <a:xfrm>
              <a:off x="9067089" y="4323572"/>
              <a:ext cx="2580834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09C1290-7D04-2E95-8C74-36D17C304044}"/>
                </a:ext>
              </a:extLst>
            </p:cNvPr>
            <p:cNvSpPr/>
            <p:nvPr/>
          </p:nvSpPr>
          <p:spPr>
            <a:xfrm>
              <a:off x="9067088" y="4805764"/>
              <a:ext cx="1162228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2A11ACD-FAA9-724C-2BBA-833268D47B8D}"/>
                </a:ext>
              </a:extLst>
            </p:cNvPr>
            <p:cNvSpPr/>
            <p:nvPr/>
          </p:nvSpPr>
          <p:spPr>
            <a:xfrm flipH="1">
              <a:off x="9552780" y="5363699"/>
              <a:ext cx="800130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BA324DE-B60F-5147-F4D7-EBF95FFB60B3}"/>
                </a:ext>
              </a:extLst>
            </p:cNvPr>
            <p:cNvSpPr/>
            <p:nvPr/>
          </p:nvSpPr>
          <p:spPr>
            <a:xfrm>
              <a:off x="9067088" y="5967474"/>
              <a:ext cx="280302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240BA0-61DA-ADC1-ACF3-5699C75DA6A1}"/>
                </a:ext>
              </a:extLst>
            </p:cNvPr>
            <p:cNvSpPr/>
            <p:nvPr/>
          </p:nvSpPr>
          <p:spPr>
            <a:xfrm flipH="1">
              <a:off x="9067088" y="5363698"/>
              <a:ext cx="800130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8EA94B0-9ADB-3063-46B9-FEFEC514B4D6}"/>
                </a:ext>
              </a:extLst>
            </p:cNvPr>
            <p:cNvSpPr/>
            <p:nvPr/>
          </p:nvSpPr>
          <p:spPr>
            <a:xfrm flipH="1">
              <a:off x="9067088" y="4323573"/>
              <a:ext cx="1552135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4D197AC-52D3-E858-8D0E-9D350CC46FD2}"/>
                </a:ext>
              </a:extLst>
            </p:cNvPr>
            <p:cNvSpPr/>
            <p:nvPr/>
          </p:nvSpPr>
          <p:spPr>
            <a:xfrm flipH="1">
              <a:off x="9067090" y="3191123"/>
              <a:ext cx="1058554" cy="3693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4788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Baguet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Loua Aurel De Vince Vehi</dc:creator>
  <cp:lastModifiedBy>Loua Aurel De Vince Vehi</cp:lastModifiedBy>
  <cp:revision>4</cp:revision>
  <dcterms:created xsi:type="dcterms:W3CDTF">2026-03-16T12:44:50Z</dcterms:created>
  <dcterms:modified xsi:type="dcterms:W3CDTF">2026-03-16T15:07:32Z</dcterms:modified>
</cp:coreProperties>
</file>